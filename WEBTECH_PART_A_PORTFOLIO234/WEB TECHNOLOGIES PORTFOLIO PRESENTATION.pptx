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2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7C049A-3208-4432-89D8-2E52B01C1DF3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9F64028-8478-40AA-A009-CE97B40DC8AB}">
      <dgm:prSet/>
      <dgm:spPr/>
      <dgm:t>
        <a:bodyPr/>
        <a:lstStyle/>
        <a:p>
          <a:r>
            <a:rPr lang="en-US"/>
            <a:t>Core technologies applied:</a:t>
          </a:r>
        </a:p>
      </dgm:t>
    </dgm:pt>
    <dgm:pt modelId="{376560F3-8C98-434D-B790-8CBBAD651E25}" type="parTrans" cxnId="{0E14D25C-D96E-4683-837A-17E32E405431}">
      <dgm:prSet/>
      <dgm:spPr/>
      <dgm:t>
        <a:bodyPr/>
        <a:lstStyle/>
        <a:p>
          <a:endParaRPr lang="en-US"/>
        </a:p>
      </dgm:t>
    </dgm:pt>
    <dgm:pt modelId="{9FC335C6-26C5-4552-AFBE-DD01A638FABA}" type="sibTrans" cxnId="{0E14D25C-D96E-4683-837A-17E32E405431}">
      <dgm:prSet/>
      <dgm:spPr/>
      <dgm:t>
        <a:bodyPr/>
        <a:lstStyle/>
        <a:p>
          <a:endParaRPr lang="en-US"/>
        </a:p>
      </dgm:t>
    </dgm:pt>
    <dgm:pt modelId="{96B5C8BC-A12A-4452-84C8-AC5BC3A7CF8E}">
      <dgm:prSet/>
      <dgm:spPr/>
      <dgm:t>
        <a:bodyPr/>
        <a:lstStyle/>
        <a:p>
          <a:r>
            <a:rPr lang="en-US"/>
            <a:t>HTML (semantic structure)</a:t>
          </a:r>
        </a:p>
      </dgm:t>
    </dgm:pt>
    <dgm:pt modelId="{301F3559-31A6-46D4-9466-2A21A32FB5C0}" type="parTrans" cxnId="{53028B78-C840-4A4C-B19F-4736676A9657}">
      <dgm:prSet/>
      <dgm:spPr/>
      <dgm:t>
        <a:bodyPr/>
        <a:lstStyle/>
        <a:p>
          <a:endParaRPr lang="en-US"/>
        </a:p>
      </dgm:t>
    </dgm:pt>
    <dgm:pt modelId="{0C059039-E8E8-46F0-9FF5-11692092B83B}" type="sibTrans" cxnId="{53028B78-C840-4A4C-B19F-4736676A9657}">
      <dgm:prSet/>
      <dgm:spPr/>
      <dgm:t>
        <a:bodyPr/>
        <a:lstStyle/>
        <a:p>
          <a:endParaRPr lang="en-US"/>
        </a:p>
      </dgm:t>
    </dgm:pt>
    <dgm:pt modelId="{6E6245B4-8D26-47E3-8BD7-284159895F0E}">
      <dgm:prSet/>
      <dgm:spPr/>
      <dgm:t>
        <a:bodyPr/>
        <a:lstStyle/>
        <a:p>
          <a:r>
            <a:rPr lang="en-US"/>
            <a:t>CSS (layout and responsiveness)</a:t>
          </a:r>
        </a:p>
      </dgm:t>
    </dgm:pt>
    <dgm:pt modelId="{F75A7C02-38A7-4F5D-ACDF-0C768B406ACF}" type="parTrans" cxnId="{FB32B27B-92BA-4A77-96E2-3C8DA05CB85D}">
      <dgm:prSet/>
      <dgm:spPr/>
      <dgm:t>
        <a:bodyPr/>
        <a:lstStyle/>
        <a:p>
          <a:endParaRPr lang="en-US"/>
        </a:p>
      </dgm:t>
    </dgm:pt>
    <dgm:pt modelId="{499AD148-F030-4ACF-B230-80FCE18D0E51}" type="sibTrans" cxnId="{FB32B27B-92BA-4A77-96E2-3C8DA05CB85D}">
      <dgm:prSet/>
      <dgm:spPr/>
      <dgm:t>
        <a:bodyPr/>
        <a:lstStyle/>
        <a:p>
          <a:endParaRPr lang="en-US"/>
        </a:p>
      </dgm:t>
    </dgm:pt>
    <dgm:pt modelId="{635FB960-A895-4DD4-8E49-89CCA7ED001C}">
      <dgm:prSet/>
      <dgm:spPr/>
      <dgm:t>
        <a:bodyPr/>
        <a:lstStyle/>
        <a:p>
          <a:r>
            <a:rPr lang="en-US"/>
            <a:t>JavaScript (interactivity and validation)</a:t>
          </a:r>
        </a:p>
      </dgm:t>
    </dgm:pt>
    <dgm:pt modelId="{5B9BC4B3-219F-411F-BDF1-7E8EE161E2AC}" type="parTrans" cxnId="{25DDCB64-C27F-4D37-B6B8-D96023413831}">
      <dgm:prSet/>
      <dgm:spPr/>
      <dgm:t>
        <a:bodyPr/>
        <a:lstStyle/>
        <a:p>
          <a:endParaRPr lang="en-US"/>
        </a:p>
      </dgm:t>
    </dgm:pt>
    <dgm:pt modelId="{D437B66A-D67A-4230-80EB-0D883F0DD5DC}" type="sibTrans" cxnId="{25DDCB64-C27F-4D37-B6B8-D96023413831}">
      <dgm:prSet/>
      <dgm:spPr/>
      <dgm:t>
        <a:bodyPr/>
        <a:lstStyle/>
        <a:p>
          <a:endParaRPr lang="en-US"/>
        </a:p>
      </dgm:t>
    </dgm:pt>
    <dgm:pt modelId="{B6D30093-F4E7-4C9A-B255-9BF87C667B4B}">
      <dgm:prSet/>
      <dgm:spPr/>
      <dgm:t>
        <a:bodyPr/>
        <a:lstStyle/>
        <a:p>
          <a:r>
            <a:rPr lang="en-US"/>
            <a:t>Multimedia and security awareness</a:t>
          </a:r>
        </a:p>
      </dgm:t>
    </dgm:pt>
    <dgm:pt modelId="{72CEA3A8-0125-45B2-B58C-8F00710369B5}" type="parTrans" cxnId="{59EC6FC9-B9DF-49D7-BECB-236BC159E921}">
      <dgm:prSet/>
      <dgm:spPr/>
      <dgm:t>
        <a:bodyPr/>
        <a:lstStyle/>
        <a:p>
          <a:endParaRPr lang="en-US"/>
        </a:p>
      </dgm:t>
    </dgm:pt>
    <dgm:pt modelId="{D365A788-FCBF-46B4-99CE-CA84DEE44327}" type="sibTrans" cxnId="{59EC6FC9-B9DF-49D7-BECB-236BC159E921}">
      <dgm:prSet/>
      <dgm:spPr/>
      <dgm:t>
        <a:bodyPr/>
        <a:lstStyle/>
        <a:p>
          <a:endParaRPr lang="en-US"/>
        </a:p>
      </dgm:t>
    </dgm:pt>
    <dgm:pt modelId="{79BAA49A-5324-4FEA-8CC6-3FC87329E5B0}">
      <dgm:prSet/>
      <dgm:spPr/>
      <dgm:t>
        <a:bodyPr/>
        <a:lstStyle/>
        <a:p>
          <a:r>
            <a:rPr lang="en-US"/>
            <a:t>Portfolio designed to evidence:</a:t>
          </a:r>
        </a:p>
      </dgm:t>
    </dgm:pt>
    <dgm:pt modelId="{2732C646-ED25-4F9C-84CA-C2F330CD643E}" type="parTrans" cxnId="{383CA8C4-3D81-43C3-8C64-850CC311E60A}">
      <dgm:prSet/>
      <dgm:spPr/>
      <dgm:t>
        <a:bodyPr/>
        <a:lstStyle/>
        <a:p>
          <a:endParaRPr lang="en-US"/>
        </a:p>
      </dgm:t>
    </dgm:pt>
    <dgm:pt modelId="{293F5A02-EDAC-4D6D-901B-0A42073A1DE2}" type="sibTrans" cxnId="{383CA8C4-3D81-43C3-8C64-850CC311E60A}">
      <dgm:prSet/>
      <dgm:spPr/>
      <dgm:t>
        <a:bodyPr/>
        <a:lstStyle/>
        <a:p>
          <a:endParaRPr lang="en-US"/>
        </a:p>
      </dgm:t>
    </dgm:pt>
    <dgm:pt modelId="{11C2B5B1-DDA3-48BF-BB56-782D4BFF886D}">
      <dgm:prSet/>
      <dgm:spPr/>
      <dgm:t>
        <a:bodyPr/>
        <a:lstStyle/>
        <a:p>
          <a:r>
            <a:rPr lang="en-US"/>
            <a:t>Progressive technical skill development</a:t>
          </a:r>
        </a:p>
      </dgm:t>
    </dgm:pt>
    <dgm:pt modelId="{20440CC1-5BED-4DBA-8115-CC6D28A3C8B3}" type="parTrans" cxnId="{B1F9A16D-6BAA-45CF-AD21-0DB83E0B18F6}">
      <dgm:prSet/>
      <dgm:spPr/>
      <dgm:t>
        <a:bodyPr/>
        <a:lstStyle/>
        <a:p>
          <a:endParaRPr lang="en-US"/>
        </a:p>
      </dgm:t>
    </dgm:pt>
    <dgm:pt modelId="{E25129DE-A8CA-4685-B76E-E8EC6136CFAD}" type="sibTrans" cxnId="{B1F9A16D-6BAA-45CF-AD21-0DB83E0B18F6}">
      <dgm:prSet/>
      <dgm:spPr/>
      <dgm:t>
        <a:bodyPr/>
        <a:lstStyle/>
        <a:p>
          <a:endParaRPr lang="en-US"/>
        </a:p>
      </dgm:t>
    </dgm:pt>
    <dgm:pt modelId="{8E274217-2704-49F3-A9C9-6FD5B5265C15}">
      <dgm:prSet/>
      <dgm:spPr/>
      <dgm:t>
        <a:bodyPr/>
        <a:lstStyle/>
        <a:p>
          <a:r>
            <a:rPr lang="en-US"/>
            <a:t>Critical understanding of web design principles</a:t>
          </a:r>
        </a:p>
      </dgm:t>
    </dgm:pt>
    <dgm:pt modelId="{856D469B-B974-4461-86B4-C51AE76B7A92}" type="parTrans" cxnId="{1FAD887B-E129-4D11-81F7-F626C17A5668}">
      <dgm:prSet/>
      <dgm:spPr/>
      <dgm:t>
        <a:bodyPr/>
        <a:lstStyle/>
        <a:p>
          <a:endParaRPr lang="en-US"/>
        </a:p>
      </dgm:t>
    </dgm:pt>
    <dgm:pt modelId="{D7931F87-4D12-4AFA-A48F-2857D9D50E1B}" type="sibTrans" cxnId="{1FAD887B-E129-4D11-81F7-F626C17A5668}">
      <dgm:prSet/>
      <dgm:spPr/>
      <dgm:t>
        <a:bodyPr/>
        <a:lstStyle/>
        <a:p>
          <a:endParaRPr lang="en-US"/>
        </a:p>
      </dgm:t>
    </dgm:pt>
    <dgm:pt modelId="{06AC75F8-4C2A-40C8-9152-91489EAC4E75}">
      <dgm:prSet/>
      <dgm:spPr/>
      <dgm:t>
        <a:bodyPr/>
        <a:lstStyle/>
        <a:p>
          <a:r>
            <a:rPr lang="en-US"/>
            <a:t>Assessment divided into:</a:t>
          </a:r>
        </a:p>
      </dgm:t>
    </dgm:pt>
    <dgm:pt modelId="{AAC7E99A-E7B3-4717-B47A-89A8A42E859A}" type="parTrans" cxnId="{700B49F9-16A4-4917-A083-E941C2410A38}">
      <dgm:prSet/>
      <dgm:spPr/>
      <dgm:t>
        <a:bodyPr/>
        <a:lstStyle/>
        <a:p>
          <a:endParaRPr lang="en-US"/>
        </a:p>
      </dgm:t>
    </dgm:pt>
    <dgm:pt modelId="{327D6076-D21A-42EA-9FA4-B2A19D4DEA40}" type="sibTrans" cxnId="{700B49F9-16A4-4917-A083-E941C2410A38}">
      <dgm:prSet/>
      <dgm:spPr/>
      <dgm:t>
        <a:bodyPr/>
        <a:lstStyle/>
        <a:p>
          <a:endParaRPr lang="en-US"/>
        </a:p>
      </dgm:t>
    </dgm:pt>
    <dgm:pt modelId="{5D770467-F0E2-4B6A-8B30-E117A649F364}">
      <dgm:prSet/>
      <dgm:spPr/>
      <dgm:t>
        <a:bodyPr/>
        <a:lstStyle/>
        <a:p>
          <a:r>
            <a:rPr lang="en-US" b="1"/>
            <a:t>Part A:</a:t>
          </a:r>
          <a:r>
            <a:rPr lang="en-US"/>
            <a:t> Final integrated portfolio website</a:t>
          </a:r>
        </a:p>
      </dgm:t>
    </dgm:pt>
    <dgm:pt modelId="{F6E7D74C-B3DC-42F5-9E99-761619E89FA2}" type="parTrans" cxnId="{06F6DF20-D709-4C95-B27E-CEC8D70AD2F5}">
      <dgm:prSet/>
      <dgm:spPr/>
      <dgm:t>
        <a:bodyPr/>
        <a:lstStyle/>
        <a:p>
          <a:endParaRPr lang="en-US"/>
        </a:p>
      </dgm:t>
    </dgm:pt>
    <dgm:pt modelId="{9C4C05D6-683F-43DA-9347-67D271A203C8}" type="sibTrans" cxnId="{06F6DF20-D709-4C95-B27E-CEC8D70AD2F5}">
      <dgm:prSet/>
      <dgm:spPr/>
      <dgm:t>
        <a:bodyPr/>
        <a:lstStyle/>
        <a:p>
          <a:endParaRPr lang="en-US"/>
        </a:p>
      </dgm:t>
    </dgm:pt>
    <dgm:pt modelId="{366242F9-04CB-4857-8CE8-6C915D9AC2A6}">
      <dgm:prSet/>
      <dgm:spPr/>
      <dgm:t>
        <a:bodyPr/>
        <a:lstStyle/>
        <a:p>
          <a:r>
            <a:rPr lang="en-US" b="1"/>
            <a:t>Part B:</a:t>
          </a:r>
          <a:r>
            <a:rPr lang="en-US"/>
            <a:t> Weekly reflective evidence</a:t>
          </a:r>
        </a:p>
      </dgm:t>
    </dgm:pt>
    <dgm:pt modelId="{118F191B-F798-4BA6-92DD-85AC13740A71}" type="parTrans" cxnId="{7F90B696-C7A8-421B-AC03-46CFAB9E085F}">
      <dgm:prSet/>
      <dgm:spPr/>
      <dgm:t>
        <a:bodyPr/>
        <a:lstStyle/>
        <a:p>
          <a:endParaRPr lang="en-US"/>
        </a:p>
      </dgm:t>
    </dgm:pt>
    <dgm:pt modelId="{D5658D57-3714-4A26-BC70-78201E4BE2D2}" type="sibTrans" cxnId="{7F90B696-C7A8-421B-AC03-46CFAB9E085F}">
      <dgm:prSet/>
      <dgm:spPr/>
      <dgm:t>
        <a:bodyPr/>
        <a:lstStyle/>
        <a:p>
          <a:endParaRPr lang="en-US"/>
        </a:p>
      </dgm:t>
    </dgm:pt>
    <dgm:pt modelId="{891B9923-CBAA-4261-B3D7-92CCA303C9DD}" type="pres">
      <dgm:prSet presAssocID="{2E7C049A-3208-4432-89D8-2E52B01C1DF3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EF231F31-03AB-461F-B435-8AD98A9650D7}" type="pres">
      <dgm:prSet presAssocID="{06AC75F8-4C2A-40C8-9152-91489EAC4E75}" presName="Accent3" presStyleCnt="0"/>
      <dgm:spPr/>
    </dgm:pt>
    <dgm:pt modelId="{85EF2BB1-1C53-444E-A6EB-14F6FE74DE76}" type="pres">
      <dgm:prSet presAssocID="{06AC75F8-4C2A-40C8-9152-91489EAC4E75}" presName="Accent" presStyleLbl="node1" presStyleIdx="0" presStyleCnt="3"/>
      <dgm:spPr/>
    </dgm:pt>
    <dgm:pt modelId="{D2D29DDE-AD6E-466A-9A0C-A17B64DCD595}" type="pres">
      <dgm:prSet presAssocID="{06AC75F8-4C2A-40C8-9152-91489EAC4E75}" presName="ParentBackground3" presStyleCnt="0"/>
      <dgm:spPr/>
    </dgm:pt>
    <dgm:pt modelId="{90E275E6-45D7-4EC8-87FF-3CCA8EFF9E29}" type="pres">
      <dgm:prSet presAssocID="{06AC75F8-4C2A-40C8-9152-91489EAC4E75}" presName="ParentBackground" presStyleLbl="fgAcc1" presStyleIdx="0" presStyleCnt="3"/>
      <dgm:spPr/>
    </dgm:pt>
    <dgm:pt modelId="{AA329EEB-8B08-4FC0-8154-76020A19B87D}" type="pres">
      <dgm:prSet presAssocID="{06AC75F8-4C2A-40C8-9152-91489EAC4E75}" presName="Child3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36C83D28-AF9F-40C4-BD2F-016E33C43B2E}" type="pres">
      <dgm:prSet presAssocID="{06AC75F8-4C2A-40C8-9152-91489EAC4E75}" presName="Parent3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FC28F4F9-2467-4C55-AAAD-21D7F2E95764}" type="pres">
      <dgm:prSet presAssocID="{79BAA49A-5324-4FEA-8CC6-3FC87329E5B0}" presName="Accent2" presStyleCnt="0"/>
      <dgm:spPr/>
    </dgm:pt>
    <dgm:pt modelId="{63DDBB68-B962-4DE5-8EBC-99C7382851B1}" type="pres">
      <dgm:prSet presAssocID="{79BAA49A-5324-4FEA-8CC6-3FC87329E5B0}" presName="Accent" presStyleLbl="node1" presStyleIdx="1" presStyleCnt="3"/>
      <dgm:spPr/>
    </dgm:pt>
    <dgm:pt modelId="{88564382-B885-4C4F-A157-262C07E2F5A9}" type="pres">
      <dgm:prSet presAssocID="{79BAA49A-5324-4FEA-8CC6-3FC87329E5B0}" presName="ParentBackground2" presStyleCnt="0"/>
      <dgm:spPr/>
    </dgm:pt>
    <dgm:pt modelId="{100B11C6-D3DC-4055-AF41-2A9FA7EFD8C2}" type="pres">
      <dgm:prSet presAssocID="{79BAA49A-5324-4FEA-8CC6-3FC87329E5B0}" presName="ParentBackground" presStyleLbl="fgAcc1" presStyleIdx="1" presStyleCnt="3"/>
      <dgm:spPr/>
    </dgm:pt>
    <dgm:pt modelId="{ED01E07A-EA29-4DE7-B9BE-61ECA2D06954}" type="pres">
      <dgm:prSet presAssocID="{79BAA49A-5324-4FEA-8CC6-3FC87329E5B0}" presName="Child2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ACDCC055-5E7D-4D6F-9E02-E0458D88CFE2}" type="pres">
      <dgm:prSet presAssocID="{79BAA49A-5324-4FEA-8CC6-3FC87329E5B0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A3AB1A67-2FCF-4D74-9640-F144C6E5A8B7}" type="pres">
      <dgm:prSet presAssocID="{29F64028-8478-40AA-A009-CE97B40DC8AB}" presName="Accent1" presStyleCnt="0"/>
      <dgm:spPr/>
    </dgm:pt>
    <dgm:pt modelId="{A9513911-4AB7-479C-9182-B6AE085CBA86}" type="pres">
      <dgm:prSet presAssocID="{29F64028-8478-40AA-A009-CE97B40DC8AB}" presName="Accent" presStyleLbl="node1" presStyleIdx="2" presStyleCnt="3"/>
      <dgm:spPr/>
    </dgm:pt>
    <dgm:pt modelId="{3B232C00-9854-47E3-9BFB-C754A5BD0B3C}" type="pres">
      <dgm:prSet presAssocID="{29F64028-8478-40AA-A009-CE97B40DC8AB}" presName="ParentBackground1" presStyleCnt="0"/>
      <dgm:spPr/>
    </dgm:pt>
    <dgm:pt modelId="{DCB74DF0-F872-428F-921F-81500B6EDC71}" type="pres">
      <dgm:prSet presAssocID="{29F64028-8478-40AA-A009-CE97B40DC8AB}" presName="ParentBackground" presStyleLbl="fgAcc1" presStyleIdx="2" presStyleCnt="3"/>
      <dgm:spPr/>
    </dgm:pt>
    <dgm:pt modelId="{23245488-98B7-41D1-A1F0-D330222F6695}" type="pres">
      <dgm:prSet presAssocID="{29F64028-8478-40AA-A009-CE97B40DC8AB}" presName="Child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F83B9B7D-ACFC-4BF2-A740-560186835A83}" type="pres">
      <dgm:prSet presAssocID="{29F64028-8478-40AA-A009-CE97B40DC8AB}" presName="Parent1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C82E641E-4DBF-4EFB-A3D8-C8978492EFB7}" type="presOf" srcId="{06AC75F8-4C2A-40C8-9152-91489EAC4E75}" destId="{90E275E6-45D7-4EC8-87FF-3CCA8EFF9E29}" srcOrd="0" destOrd="0" presId="urn:microsoft.com/office/officeart/2011/layout/CircleProcess"/>
    <dgm:cxn modelId="{C9AE151F-573E-4E54-86F5-52BB4C03B90D}" type="presOf" srcId="{79BAA49A-5324-4FEA-8CC6-3FC87329E5B0}" destId="{100B11C6-D3DC-4055-AF41-2A9FA7EFD8C2}" srcOrd="0" destOrd="0" presId="urn:microsoft.com/office/officeart/2011/layout/CircleProcess"/>
    <dgm:cxn modelId="{B08E1720-BC59-46E6-B690-7AFE9DCB2385}" type="presOf" srcId="{96B5C8BC-A12A-4452-84C8-AC5BC3A7CF8E}" destId="{23245488-98B7-41D1-A1F0-D330222F6695}" srcOrd="0" destOrd="0" presId="urn:microsoft.com/office/officeart/2011/layout/CircleProcess"/>
    <dgm:cxn modelId="{C7B08B20-7735-4D01-B024-3B1B85BE6A8D}" type="presOf" srcId="{8E274217-2704-49F3-A9C9-6FD5B5265C15}" destId="{ED01E07A-EA29-4DE7-B9BE-61ECA2D06954}" srcOrd="0" destOrd="1" presId="urn:microsoft.com/office/officeart/2011/layout/CircleProcess"/>
    <dgm:cxn modelId="{06F6DF20-D709-4C95-B27E-CEC8D70AD2F5}" srcId="{06AC75F8-4C2A-40C8-9152-91489EAC4E75}" destId="{5D770467-F0E2-4B6A-8B30-E117A649F364}" srcOrd="0" destOrd="0" parTransId="{F6E7D74C-B3DC-42F5-9E99-761619E89FA2}" sibTransId="{9C4C05D6-683F-43DA-9347-67D271A203C8}"/>
    <dgm:cxn modelId="{C1F51D35-764E-4FE1-8634-DB9E6C9884B6}" type="presOf" srcId="{B6D30093-F4E7-4C9A-B255-9BF87C667B4B}" destId="{23245488-98B7-41D1-A1F0-D330222F6695}" srcOrd="0" destOrd="3" presId="urn:microsoft.com/office/officeart/2011/layout/CircleProcess"/>
    <dgm:cxn modelId="{0E14D25C-D96E-4683-837A-17E32E405431}" srcId="{2E7C049A-3208-4432-89D8-2E52B01C1DF3}" destId="{29F64028-8478-40AA-A009-CE97B40DC8AB}" srcOrd="0" destOrd="0" parTransId="{376560F3-8C98-434D-B790-8CBBAD651E25}" sibTransId="{9FC335C6-26C5-4552-AFBE-DD01A638FABA}"/>
    <dgm:cxn modelId="{3BE2E15F-30F8-4228-ADD8-A1CE886DAB9D}" type="presOf" srcId="{6E6245B4-8D26-47E3-8BD7-284159895F0E}" destId="{23245488-98B7-41D1-A1F0-D330222F6695}" srcOrd="0" destOrd="1" presId="urn:microsoft.com/office/officeart/2011/layout/CircleProcess"/>
    <dgm:cxn modelId="{844E9D62-BBB6-4844-90D7-49D2B00858D6}" type="presOf" srcId="{29F64028-8478-40AA-A009-CE97B40DC8AB}" destId="{DCB74DF0-F872-428F-921F-81500B6EDC71}" srcOrd="0" destOrd="0" presId="urn:microsoft.com/office/officeart/2011/layout/CircleProcess"/>
    <dgm:cxn modelId="{6671DB62-4FFA-4F41-A93B-F546EAF6CE7B}" type="presOf" srcId="{2E7C049A-3208-4432-89D8-2E52B01C1DF3}" destId="{891B9923-CBAA-4261-B3D7-92CCA303C9DD}" srcOrd="0" destOrd="0" presId="urn:microsoft.com/office/officeart/2011/layout/CircleProcess"/>
    <dgm:cxn modelId="{25DDCB64-C27F-4D37-B6B8-D96023413831}" srcId="{29F64028-8478-40AA-A009-CE97B40DC8AB}" destId="{635FB960-A895-4DD4-8E49-89CCA7ED001C}" srcOrd="2" destOrd="0" parTransId="{5B9BC4B3-219F-411F-BDF1-7E8EE161E2AC}" sibTransId="{D437B66A-D67A-4230-80EB-0D883F0DD5DC}"/>
    <dgm:cxn modelId="{070EC269-6D7A-4210-9D84-08997540145C}" type="presOf" srcId="{11C2B5B1-DDA3-48BF-BB56-782D4BFF886D}" destId="{ED01E07A-EA29-4DE7-B9BE-61ECA2D06954}" srcOrd="0" destOrd="0" presId="urn:microsoft.com/office/officeart/2011/layout/CircleProcess"/>
    <dgm:cxn modelId="{2DFFF449-5006-4A0C-9A82-B9492B71C4F7}" type="presOf" srcId="{5D770467-F0E2-4B6A-8B30-E117A649F364}" destId="{AA329EEB-8B08-4FC0-8154-76020A19B87D}" srcOrd="0" destOrd="0" presId="urn:microsoft.com/office/officeart/2011/layout/CircleProcess"/>
    <dgm:cxn modelId="{B1F9A16D-6BAA-45CF-AD21-0DB83E0B18F6}" srcId="{79BAA49A-5324-4FEA-8CC6-3FC87329E5B0}" destId="{11C2B5B1-DDA3-48BF-BB56-782D4BFF886D}" srcOrd="0" destOrd="0" parTransId="{20440CC1-5BED-4DBA-8115-CC6D28A3C8B3}" sibTransId="{E25129DE-A8CA-4685-B76E-E8EC6136CFAD}"/>
    <dgm:cxn modelId="{53028B78-C840-4A4C-B19F-4736676A9657}" srcId="{29F64028-8478-40AA-A009-CE97B40DC8AB}" destId="{96B5C8BC-A12A-4452-84C8-AC5BC3A7CF8E}" srcOrd="0" destOrd="0" parTransId="{301F3559-31A6-46D4-9466-2A21A32FB5C0}" sibTransId="{0C059039-E8E8-46F0-9FF5-11692092B83B}"/>
    <dgm:cxn modelId="{1C5AD55A-825E-40E2-A3B4-EF752EA4117A}" type="presOf" srcId="{635FB960-A895-4DD4-8E49-89CCA7ED001C}" destId="{23245488-98B7-41D1-A1F0-D330222F6695}" srcOrd="0" destOrd="2" presId="urn:microsoft.com/office/officeart/2011/layout/CircleProcess"/>
    <dgm:cxn modelId="{1FAD887B-E129-4D11-81F7-F626C17A5668}" srcId="{79BAA49A-5324-4FEA-8CC6-3FC87329E5B0}" destId="{8E274217-2704-49F3-A9C9-6FD5B5265C15}" srcOrd="1" destOrd="0" parTransId="{856D469B-B974-4461-86B4-C51AE76B7A92}" sibTransId="{D7931F87-4D12-4AFA-A48F-2857D9D50E1B}"/>
    <dgm:cxn modelId="{FB32B27B-92BA-4A77-96E2-3C8DA05CB85D}" srcId="{29F64028-8478-40AA-A009-CE97B40DC8AB}" destId="{6E6245B4-8D26-47E3-8BD7-284159895F0E}" srcOrd="1" destOrd="0" parTransId="{F75A7C02-38A7-4F5D-ACDF-0C768B406ACF}" sibTransId="{499AD148-F030-4ACF-B230-80FCE18D0E51}"/>
    <dgm:cxn modelId="{7F90B696-C7A8-421B-AC03-46CFAB9E085F}" srcId="{06AC75F8-4C2A-40C8-9152-91489EAC4E75}" destId="{366242F9-04CB-4857-8CE8-6C915D9AC2A6}" srcOrd="1" destOrd="0" parTransId="{118F191B-F798-4BA6-92DD-85AC13740A71}" sibTransId="{D5658D57-3714-4A26-BC70-78201E4BE2D2}"/>
    <dgm:cxn modelId="{BF41BA9E-7268-4CE2-8CFF-04F37BD774E3}" type="presOf" srcId="{366242F9-04CB-4857-8CE8-6C915D9AC2A6}" destId="{AA329EEB-8B08-4FC0-8154-76020A19B87D}" srcOrd="0" destOrd="1" presId="urn:microsoft.com/office/officeart/2011/layout/CircleProcess"/>
    <dgm:cxn modelId="{1EC446C2-4F1E-42B5-A971-6414BAE94E3C}" type="presOf" srcId="{29F64028-8478-40AA-A009-CE97B40DC8AB}" destId="{F83B9B7D-ACFC-4BF2-A740-560186835A83}" srcOrd="1" destOrd="0" presId="urn:microsoft.com/office/officeart/2011/layout/CircleProcess"/>
    <dgm:cxn modelId="{383CA8C4-3D81-43C3-8C64-850CC311E60A}" srcId="{2E7C049A-3208-4432-89D8-2E52B01C1DF3}" destId="{79BAA49A-5324-4FEA-8CC6-3FC87329E5B0}" srcOrd="1" destOrd="0" parTransId="{2732C646-ED25-4F9C-84CA-C2F330CD643E}" sibTransId="{293F5A02-EDAC-4D6D-901B-0A42073A1DE2}"/>
    <dgm:cxn modelId="{59EC6FC9-B9DF-49D7-BECB-236BC159E921}" srcId="{29F64028-8478-40AA-A009-CE97B40DC8AB}" destId="{B6D30093-F4E7-4C9A-B255-9BF87C667B4B}" srcOrd="3" destOrd="0" parTransId="{72CEA3A8-0125-45B2-B58C-8F00710369B5}" sibTransId="{D365A788-FCBF-46B4-99CE-CA84DEE44327}"/>
    <dgm:cxn modelId="{1E5893F4-AF4B-423A-9B1B-CF9107D96FEC}" type="presOf" srcId="{79BAA49A-5324-4FEA-8CC6-3FC87329E5B0}" destId="{ACDCC055-5E7D-4D6F-9E02-E0458D88CFE2}" srcOrd="1" destOrd="0" presId="urn:microsoft.com/office/officeart/2011/layout/CircleProcess"/>
    <dgm:cxn modelId="{700B49F9-16A4-4917-A083-E941C2410A38}" srcId="{2E7C049A-3208-4432-89D8-2E52B01C1DF3}" destId="{06AC75F8-4C2A-40C8-9152-91489EAC4E75}" srcOrd="2" destOrd="0" parTransId="{AAC7E99A-E7B3-4717-B47A-89A8A42E859A}" sibTransId="{327D6076-D21A-42EA-9FA4-B2A19D4DEA40}"/>
    <dgm:cxn modelId="{5A1F85F9-B8C1-45A3-8208-1B789E24910C}" type="presOf" srcId="{06AC75F8-4C2A-40C8-9152-91489EAC4E75}" destId="{36C83D28-AF9F-40C4-BD2F-016E33C43B2E}" srcOrd="1" destOrd="0" presId="urn:microsoft.com/office/officeart/2011/layout/CircleProcess"/>
    <dgm:cxn modelId="{9FEC7D88-A33F-41BE-B112-B9C300B56419}" type="presParOf" srcId="{891B9923-CBAA-4261-B3D7-92CCA303C9DD}" destId="{EF231F31-03AB-461F-B435-8AD98A9650D7}" srcOrd="0" destOrd="0" presId="urn:microsoft.com/office/officeart/2011/layout/CircleProcess"/>
    <dgm:cxn modelId="{AD4F6220-E4A1-4569-9B37-05F8B4CE37D6}" type="presParOf" srcId="{EF231F31-03AB-461F-B435-8AD98A9650D7}" destId="{85EF2BB1-1C53-444E-A6EB-14F6FE74DE76}" srcOrd="0" destOrd="0" presId="urn:microsoft.com/office/officeart/2011/layout/CircleProcess"/>
    <dgm:cxn modelId="{CDE9D83E-1AB5-443F-B8F0-CC5C528695B4}" type="presParOf" srcId="{891B9923-CBAA-4261-B3D7-92CCA303C9DD}" destId="{D2D29DDE-AD6E-466A-9A0C-A17B64DCD595}" srcOrd="1" destOrd="0" presId="urn:microsoft.com/office/officeart/2011/layout/CircleProcess"/>
    <dgm:cxn modelId="{34B28647-571E-449D-8715-AAD26BA07949}" type="presParOf" srcId="{D2D29DDE-AD6E-466A-9A0C-A17B64DCD595}" destId="{90E275E6-45D7-4EC8-87FF-3CCA8EFF9E29}" srcOrd="0" destOrd="0" presId="urn:microsoft.com/office/officeart/2011/layout/CircleProcess"/>
    <dgm:cxn modelId="{779C1E14-F18E-4F32-92C3-9A7B493160C6}" type="presParOf" srcId="{891B9923-CBAA-4261-B3D7-92CCA303C9DD}" destId="{AA329EEB-8B08-4FC0-8154-76020A19B87D}" srcOrd="2" destOrd="0" presId="urn:microsoft.com/office/officeart/2011/layout/CircleProcess"/>
    <dgm:cxn modelId="{57D8717E-CA81-44FE-B285-B257EA211C0E}" type="presParOf" srcId="{891B9923-CBAA-4261-B3D7-92CCA303C9DD}" destId="{36C83D28-AF9F-40C4-BD2F-016E33C43B2E}" srcOrd="3" destOrd="0" presId="urn:microsoft.com/office/officeart/2011/layout/CircleProcess"/>
    <dgm:cxn modelId="{9267C87F-670E-4443-B7AC-EE5A09C56F94}" type="presParOf" srcId="{891B9923-CBAA-4261-B3D7-92CCA303C9DD}" destId="{FC28F4F9-2467-4C55-AAAD-21D7F2E95764}" srcOrd="4" destOrd="0" presId="urn:microsoft.com/office/officeart/2011/layout/CircleProcess"/>
    <dgm:cxn modelId="{D40D8952-BB3B-40F3-AFA6-6DE350EFF905}" type="presParOf" srcId="{FC28F4F9-2467-4C55-AAAD-21D7F2E95764}" destId="{63DDBB68-B962-4DE5-8EBC-99C7382851B1}" srcOrd="0" destOrd="0" presId="urn:microsoft.com/office/officeart/2011/layout/CircleProcess"/>
    <dgm:cxn modelId="{5C2B9740-0A31-41D6-8FBB-4D688CAE49FA}" type="presParOf" srcId="{891B9923-CBAA-4261-B3D7-92CCA303C9DD}" destId="{88564382-B885-4C4F-A157-262C07E2F5A9}" srcOrd="5" destOrd="0" presId="urn:microsoft.com/office/officeart/2011/layout/CircleProcess"/>
    <dgm:cxn modelId="{E2F2A4C5-8C0E-489A-9DE6-95E5156B52FF}" type="presParOf" srcId="{88564382-B885-4C4F-A157-262C07E2F5A9}" destId="{100B11C6-D3DC-4055-AF41-2A9FA7EFD8C2}" srcOrd="0" destOrd="0" presId="urn:microsoft.com/office/officeart/2011/layout/CircleProcess"/>
    <dgm:cxn modelId="{6CCC75F1-742B-4C37-AD51-00DDF5944FEF}" type="presParOf" srcId="{891B9923-CBAA-4261-B3D7-92CCA303C9DD}" destId="{ED01E07A-EA29-4DE7-B9BE-61ECA2D06954}" srcOrd="6" destOrd="0" presId="urn:microsoft.com/office/officeart/2011/layout/CircleProcess"/>
    <dgm:cxn modelId="{D1ADDC4E-C432-4707-8A35-990E8D052991}" type="presParOf" srcId="{891B9923-CBAA-4261-B3D7-92CCA303C9DD}" destId="{ACDCC055-5E7D-4D6F-9E02-E0458D88CFE2}" srcOrd="7" destOrd="0" presId="urn:microsoft.com/office/officeart/2011/layout/CircleProcess"/>
    <dgm:cxn modelId="{97AF94E7-C5A5-4C82-8D6F-1E82F576D8A9}" type="presParOf" srcId="{891B9923-CBAA-4261-B3D7-92CCA303C9DD}" destId="{A3AB1A67-2FCF-4D74-9640-F144C6E5A8B7}" srcOrd="8" destOrd="0" presId="urn:microsoft.com/office/officeart/2011/layout/CircleProcess"/>
    <dgm:cxn modelId="{A4D877D6-41E7-4137-A72E-03EE65746D53}" type="presParOf" srcId="{A3AB1A67-2FCF-4D74-9640-F144C6E5A8B7}" destId="{A9513911-4AB7-479C-9182-B6AE085CBA86}" srcOrd="0" destOrd="0" presId="urn:microsoft.com/office/officeart/2011/layout/CircleProcess"/>
    <dgm:cxn modelId="{D2DCBA13-1383-4FA5-8A0E-CCEA6C57C958}" type="presParOf" srcId="{891B9923-CBAA-4261-B3D7-92CCA303C9DD}" destId="{3B232C00-9854-47E3-9BFB-C754A5BD0B3C}" srcOrd="9" destOrd="0" presId="urn:microsoft.com/office/officeart/2011/layout/CircleProcess"/>
    <dgm:cxn modelId="{149ECF8E-3786-4A61-809A-070B6C78C30B}" type="presParOf" srcId="{3B232C00-9854-47E3-9BFB-C754A5BD0B3C}" destId="{DCB74DF0-F872-428F-921F-81500B6EDC71}" srcOrd="0" destOrd="0" presId="urn:microsoft.com/office/officeart/2011/layout/CircleProcess"/>
    <dgm:cxn modelId="{57C3F5EB-E8E2-42B7-AD0C-2D504A62B9D4}" type="presParOf" srcId="{891B9923-CBAA-4261-B3D7-92CCA303C9DD}" destId="{23245488-98B7-41D1-A1F0-D330222F6695}" srcOrd="10" destOrd="0" presId="urn:microsoft.com/office/officeart/2011/layout/CircleProcess"/>
    <dgm:cxn modelId="{B69DE20D-6538-4F9B-8633-FB498A77874D}" type="presParOf" srcId="{891B9923-CBAA-4261-B3D7-92CCA303C9DD}" destId="{F83B9B7D-ACFC-4BF2-A740-560186835A83}" srcOrd="11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63E290-90FB-4B64-B82A-A420C5D8A9D7}" type="doc">
      <dgm:prSet loTypeId="urn:microsoft.com/office/officeart/2009/layout/CircleArrowProcess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65FCC62-CD07-4DC4-927F-7390A0F49251}">
      <dgm:prSet/>
      <dgm:spPr/>
      <dgm:t>
        <a:bodyPr/>
        <a:lstStyle/>
        <a:p>
          <a:r>
            <a:rPr lang="en-US" b="0" i="0" baseline="0"/>
            <a:t>Static HTML</a:t>
          </a:r>
          <a:endParaRPr lang="en-US"/>
        </a:p>
      </dgm:t>
    </dgm:pt>
    <dgm:pt modelId="{72919362-8488-449C-A1CE-25CEB2CD500F}" type="parTrans" cxnId="{D3255D87-A43B-469D-97CA-CC321B862E95}">
      <dgm:prSet/>
      <dgm:spPr/>
      <dgm:t>
        <a:bodyPr/>
        <a:lstStyle/>
        <a:p>
          <a:endParaRPr lang="en-US"/>
        </a:p>
      </dgm:t>
    </dgm:pt>
    <dgm:pt modelId="{8D3D5331-8CD7-4209-A7E2-6CBE2D650D72}" type="sibTrans" cxnId="{D3255D87-A43B-469D-97CA-CC321B862E95}">
      <dgm:prSet/>
      <dgm:spPr/>
      <dgm:t>
        <a:bodyPr/>
        <a:lstStyle/>
        <a:p>
          <a:endParaRPr lang="en-US"/>
        </a:p>
      </dgm:t>
    </dgm:pt>
    <dgm:pt modelId="{767BF66A-B305-4E1F-A599-ECFA73709571}">
      <dgm:prSet/>
      <dgm:spPr/>
      <dgm:t>
        <a:bodyPr/>
        <a:lstStyle/>
        <a:p>
          <a:r>
            <a:rPr lang="en-US" b="0" i="0" baseline="0"/>
            <a:t>Dynamic</a:t>
          </a:r>
          <a:endParaRPr lang="en-US"/>
        </a:p>
      </dgm:t>
    </dgm:pt>
    <dgm:pt modelId="{A2FC5CDF-952E-4B32-B41D-B4F2E0FC6680}" type="parTrans" cxnId="{4BF7665A-27A7-478B-8F4E-CAE7C799B6D7}">
      <dgm:prSet/>
      <dgm:spPr/>
      <dgm:t>
        <a:bodyPr/>
        <a:lstStyle/>
        <a:p>
          <a:endParaRPr lang="en-US"/>
        </a:p>
      </dgm:t>
    </dgm:pt>
    <dgm:pt modelId="{A4696F04-0E0D-45FA-9AA0-9D97B7C66A85}" type="sibTrans" cxnId="{4BF7665A-27A7-478B-8F4E-CAE7C799B6D7}">
      <dgm:prSet/>
      <dgm:spPr/>
      <dgm:t>
        <a:bodyPr/>
        <a:lstStyle/>
        <a:p>
          <a:endParaRPr lang="en-US"/>
        </a:p>
      </dgm:t>
    </dgm:pt>
    <dgm:pt modelId="{6CB4C249-EC73-4897-8CD1-ACEDAEE8A0D6}">
      <dgm:prSet/>
      <dgm:spPr/>
      <dgm:t>
        <a:bodyPr/>
        <a:lstStyle/>
        <a:p>
          <a:r>
            <a:rPr lang="en-US" b="0" i="0" baseline="0"/>
            <a:t>responsive systems</a:t>
          </a:r>
          <a:endParaRPr lang="en-US"/>
        </a:p>
      </dgm:t>
    </dgm:pt>
    <dgm:pt modelId="{256D3EA8-658A-4F6F-BD53-2122B4E1DAFF}" type="parTrans" cxnId="{437172B8-6F6C-4146-8674-4388D2DF4539}">
      <dgm:prSet/>
      <dgm:spPr/>
      <dgm:t>
        <a:bodyPr/>
        <a:lstStyle/>
        <a:p>
          <a:endParaRPr lang="en-US"/>
        </a:p>
      </dgm:t>
    </dgm:pt>
    <dgm:pt modelId="{8886EC2A-5E66-4936-882E-731BCA7B8234}" type="sibTrans" cxnId="{437172B8-6F6C-4146-8674-4388D2DF4539}">
      <dgm:prSet/>
      <dgm:spPr/>
      <dgm:t>
        <a:bodyPr/>
        <a:lstStyle/>
        <a:p>
          <a:endParaRPr lang="en-US"/>
        </a:p>
      </dgm:t>
    </dgm:pt>
    <dgm:pt modelId="{D88B130C-9724-4929-B5AD-BB22591C708D}" type="pres">
      <dgm:prSet presAssocID="{8363E290-90FB-4B64-B82A-A420C5D8A9D7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44FB86A8-8409-4DA2-B5C1-ACBCF293AF8F}" type="pres">
      <dgm:prSet presAssocID="{865FCC62-CD07-4DC4-927F-7390A0F49251}" presName="Accent1" presStyleCnt="0"/>
      <dgm:spPr/>
    </dgm:pt>
    <dgm:pt modelId="{3B611BC5-B84B-4F7B-A1A4-B5401FBE2FEC}" type="pres">
      <dgm:prSet presAssocID="{865FCC62-CD07-4DC4-927F-7390A0F49251}" presName="Accent" presStyleLbl="node1" presStyleIdx="0" presStyleCnt="3"/>
      <dgm:spPr/>
    </dgm:pt>
    <dgm:pt modelId="{32CCADBD-6DA7-450C-B574-631100C418BF}" type="pres">
      <dgm:prSet presAssocID="{865FCC62-CD07-4DC4-927F-7390A0F49251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196568F8-1529-4226-9689-AF06DE24C197}" type="pres">
      <dgm:prSet presAssocID="{767BF66A-B305-4E1F-A599-ECFA73709571}" presName="Accent2" presStyleCnt="0"/>
      <dgm:spPr/>
    </dgm:pt>
    <dgm:pt modelId="{194C2338-72DA-49F0-AA96-B39CDAB2F0DC}" type="pres">
      <dgm:prSet presAssocID="{767BF66A-B305-4E1F-A599-ECFA73709571}" presName="Accent" presStyleLbl="node1" presStyleIdx="1" presStyleCnt="3"/>
      <dgm:spPr/>
    </dgm:pt>
    <dgm:pt modelId="{399D03C6-792F-464C-AB1A-63BF5A200B32}" type="pres">
      <dgm:prSet presAssocID="{767BF66A-B305-4E1F-A599-ECFA73709571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9CE51228-39CB-4CFC-8898-5F0E1D955477}" type="pres">
      <dgm:prSet presAssocID="{6CB4C249-EC73-4897-8CD1-ACEDAEE8A0D6}" presName="Accent3" presStyleCnt="0"/>
      <dgm:spPr/>
    </dgm:pt>
    <dgm:pt modelId="{4A13D24E-F99C-4C0D-B3D0-14729FBC650F}" type="pres">
      <dgm:prSet presAssocID="{6CB4C249-EC73-4897-8CD1-ACEDAEE8A0D6}" presName="Accent" presStyleLbl="node1" presStyleIdx="2" presStyleCnt="3"/>
      <dgm:spPr/>
    </dgm:pt>
    <dgm:pt modelId="{667A0CC2-DC21-4796-954D-708EAAC5DF6D}" type="pres">
      <dgm:prSet presAssocID="{6CB4C249-EC73-4897-8CD1-ACEDAEE8A0D6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281E5D23-C802-4A12-902E-5A6AA6FE4CC0}" type="presOf" srcId="{6CB4C249-EC73-4897-8CD1-ACEDAEE8A0D6}" destId="{667A0CC2-DC21-4796-954D-708EAAC5DF6D}" srcOrd="0" destOrd="0" presId="urn:microsoft.com/office/officeart/2009/layout/CircleArrowProcess"/>
    <dgm:cxn modelId="{73CA2F34-6EFB-4F5B-B694-6B7B874B4B65}" type="presOf" srcId="{865FCC62-CD07-4DC4-927F-7390A0F49251}" destId="{32CCADBD-6DA7-450C-B574-631100C418BF}" srcOrd="0" destOrd="0" presId="urn:microsoft.com/office/officeart/2009/layout/CircleArrowProcess"/>
    <dgm:cxn modelId="{4BF7665A-27A7-478B-8F4E-CAE7C799B6D7}" srcId="{8363E290-90FB-4B64-B82A-A420C5D8A9D7}" destId="{767BF66A-B305-4E1F-A599-ECFA73709571}" srcOrd="1" destOrd="0" parTransId="{A2FC5CDF-952E-4B32-B41D-B4F2E0FC6680}" sibTransId="{A4696F04-0E0D-45FA-9AA0-9D97B7C66A85}"/>
    <dgm:cxn modelId="{D3255D87-A43B-469D-97CA-CC321B862E95}" srcId="{8363E290-90FB-4B64-B82A-A420C5D8A9D7}" destId="{865FCC62-CD07-4DC4-927F-7390A0F49251}" srcOrd="0" destOrd="0" parTransId="{72919362-8488-449C-A1CE-25CEB2CD500F}" sibTransId="{8D3D5331-8CD7-4209-A7E2-6CBE2D650D72}"/>
    <dgm:cxn modelId="{2BD364AF-A3FF-4A0F-8229-CE89303D6B29}" type="presOf" srcId="{8363E290-90FB-4B64-B82A-A420C5D8A9D7}" destId="{D88B130C-9724-4929-B5AD-BB22591C708D}" srcOrd="0" destOrd="0" presId="urn:microsoft.com/office/officeart/2009/layout/CircleArrowProcess"/>
    <dgm:cxn modelId="{437172B8-6F6C-4146-8674-4388D2DF4539}" srcId="{8363E290-90FB-4B64-B82A-A420C5D8A9D7}" destId="{6CB4C249-EC73-4897-8CD1-ACEDAEE8A0D6}" srcOrd="2" destOrd="0" parTransId="{256D3EA8-658A-4F6F-BD53-2122B4E1DAFF}" sibTransId="{8886EC2A-5E66-4936-882E-731BCA7B8234}"/>
    <dgm:cxn modelId="{2AD33FC1-BC43-4514-87E0-CAC51549233F}" type="presOf" srcId="{767BF66A-B305-4E1F-A599-ECFA73709571}" destId="{399D03C6-792F-464C-AB1A-63BF5A200B32}" srcOrd="0" destOrd="0" presId="urn:microsoft.com/office/officeart/2009/layout/CircleArrowProcess"/>
    <dgm:cxn modelId="{0122632E-D464-485D-9430-E42C9BB78C8E}" type="presParOf" srcId="{D88B130C-9724-4929-B5AD-BB22591C708D}" destId="{44FB86A8-8409-4DA2-B5C1-ACBCF293AF8F}" srcOrd="0" destOrd="0" presId="urn:microsoft.com/office/officeart/2009/layout/CircleArrowProcess"/>
    <dgm:cxn modelId="{793ADB9C-3750-4122-A14E-7A12A734758D}" type="presParOf" srcId="{44FB86A8-8409-4DA2-B5C1-ACBCF293AF8F}" destId="{3B611BC5-B84B-4F7B-A1A4-B5401FBE2FEC}" srcOrd="0" destOrd="0" presId="urn:microsoft.com/office/officeart/2009/layout/CircleArrowProcess"/>
    <dgm:cxn modelId="{80EE9D13-4E01-4BF0-81BE-880440685AC8}" type="presParOf" srcId="{D88B130C-9724-4929-B5AD-BB22591C708D}" destId="{32CCADBD-6DA7-450C-B574-631100C418BF}" srcOrd="1" destOrd="0" presId="urn:microsoft.com/office/officeart/2009/layout/CircleArrowProcess"/>
    <dgm:cxn modelId="{56359D03-EB2E-48B7-9EA9-C6970AF9B634}" type="presParOf" srcId="{D88B130C-9724-4929-B5AD-BB22591C708D}" destId="{196568F8-1529-4226-9689-AF06DE24C197}" srcOrd="2" destOrd="0" presId="urn:microsoft.com/office/officeart/2009/layout/CircleArrowProcess"/>
    <dgm:cxn modelId="{FCDB5CD0-5419-4C58-806C-45C6BB4E0B87}" type="presParOf" srcId="{196568F8-1529-4226-9689-AF06DE24C197}" destId="{194C2338-72DA-49F0-AA96-B39CDAB2F0DC}" srcOrd="0" destOrd="0" presId="urn:microsoft.com/office/officeart/2009/layout/CircleArrowProcess"/>
    <dgm:cxn modelId="{195B652E-6F72-4260-B237-A666B61EC91F}" type="presParOf" srcId="{D88B130C-9724-4929-B5AD-BB22591C708D}" destId="{399D03C6-792F-464C-AB1A-63BF5A200B32}" srcOrd="3" destOrd="0" presId="urn:microsoft.com/office/officeart/2009/layout/CircleArrowProcess"/>
    <dgm:cxn modelId="{CFEDA6DC-7655-4CF0-8C78-8B997EE6C28F}" type="presParOf" srcId="{D88B130C-9724-4929-B5AD-BB22591C708D}" destId="{9CE51228-39CB-4CFC-8898-5F0E1D955477}" srcOrd="4" destOrd="0" presId="urn:microsoft.com/office/officeart/2009/layout/CircleArrowProcess"/>
    <dgm:cxn modelId="{46731E7E-1347-4B43-9743-C7D8170E3FEC}" type="presParOf" srcId="{9CE51228-39CB-4CFC-8898-5F0E1D955477}" destId="{4A13D24E-F99C-4C0D-B3D0-14729FBC650F}" srcOrd="0" destOrd="0" presId="urn:microsoft.com/office/officeart/2009/layout/CircleArrowProcess"/>
    <dgm:cxn modelId="{8ADFB78D-F3E0-4F8C-AE9F-9F5772859EA0}" type="presParOf" srcId="{D88B130C-9724-4929-B5AD-BB22591C708D}" destId="{667A0CC2-DC21-4796-954D-708EAAC5DF6D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788EFE-9494-43EE-A6DB-DE1FF262FDFE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F5AE0A9-977F-4E6F-9717-90285AF26376}">
      <dgm:prSet/>
      <dgm:spPr/>
      <dgm:t>
        <a:bodyPr/>
        <a:lstStyle/>
        <a:p>
          <a:r>
            <a:rPr lang="en-US" b="0" i="0" baseline="0"/>
            <a:t>Portfolio successfully demonstrates:</a:t>
          </a:r>
          <a:endParaRPr lang="en-US"/>
        </a:p>
      </dgm:t>
    </dgm:pt>
    <dgm:pt modelId="{578A6D73-54A3-4246-A813-360675921FD7}" type="parTrans" cxnId="{1A8871D8-A208-44FE-A173-16CB1DE340A1}">
      <dgm:prSet/>
      <dgm:spPr/>
      <dgm:t>
        <a:bodyPr/>
        <a:lstStyle/>
        <a:p>
          <a:endParaRPr lang="en-US"/>
        </a:p>
      </dgm:t>
    </dgm:pt>
    <dgm:pt modelId="{503D9E15-ED5D-49E9-B713-1C8235D2E2B3}" type="sibTrans" cxnId="{1A8871D8-A208-44FE-A173-16CB1DE340A1}">
      <dgm:prSet/>
      <dgm:spPr/>
      <dgm:t>
        <a:bodyPr/>
        <a:lstStyle/>
        <a:p>
          <a:endParaRPr lang="en-US"/>
        </a:p>
      </dgm:t>
    </dgm:pt>
    <dgm:pt modelId="{8C9F9E40-6816-40C7-BD6B-D50E64DC235E}">
      <dgm:prSet/>
      <dgm:spPr/>
      <dgm:t>
        <a:bodyPr/>
        <a:lstStyle/>
        <a:p>
          <a:r>
            <a:rPr lang="en-US" b="0" i="0" baseline="0"/>
            <a:t>Technical competence</a:t>
          </a:r>
          <a:endParaRPr lang="en-US"/>
        </a:p>
      </dgm:t>
    </dgm:pt>
    <dgm:pt modelId="{42697F5B-77AE-43F5-9FC2-E38165766D31}" type="parTrans" cxnId="{613D22B4-4144-4C51-982D-E425352723C5}">
      <dgm:prSet/>
      <dgm:spPr/>
      <dgm:t>
        <a:bodyPr/>
        <a:lstStyle/>
        <a:p>
          <a:endParaRPr lang="en-US"/>
        </a:p>
      </dgm:t>
    </dgm:pt>
    <dgm:pt modelId="{4F688B9A-8754-4997-8695-AD8DD9FA89FE}" type="sibTrans" cxnId="{613D22B4-4144-4C51-982D-E425352723C5}">
      <dgm:prSet/>
      <dgm:spPr/>
      <dgm:t>
        <a:bodyPr/>
        <a:lstStyle/>
        <a:p>
          <a:endParaRPr lang="en-US"/>
        </a:p>
      </dgm:t>
    </dgm:pt>
    <dgm:pt modelId="{B277C332-62A9-49D3-BBE0-CAFF0EC1A65B}">
      <dgm:prSet/>
      <dgm:spPr/>
      <dgm:t>
        <a:bodyPr/>
        <a:lstStyle/>
        <a:p>
          <a:r>
            <a:rPr lang="en-US" b="0" i="0" baseline="0"/>
            <a:t>Structured design</a:t>
          </a:r>
          <a:endParaRPr lang="en-US"/>
        </a:p>
      </dgm:t>
    </dgm:pt>
    <dgm:pt modelId="{25C577F6-AD91-4375-B0AC-4D8CAB276DDF}" type="parTrans" cxnId="{F0AF0424-F303-4934-A9AD-7AF43039D0A4}">
      <dgm:prSet/>
      <dgm:spPr/>
      <dgm:t>
        <a:bodyPr/>
        <a:lstStyle/>
        <a:p>
          <a:endParaRPr lang="en-US"/>
        </a:p>
      </dgm:t>
    </dgm:pt>
    <dgm:pt modelId="{8837003D-3785-4085-829B-669CF5DF8D9D}" type="sibTrans" cxnId="{F0AF0424-F303-4934-A9AD-7AF43039D0A4}">
      <dgm:prSet/>
      <dgm:spPr/>
      <dgm:t>
        <a:bodyPr/>
        <a:lstStyle/>
        <a:p>
          <a:endParaRPr lang="en-US"/>
        </a:p>
      </dgm:t>
    </dgm:pt>
    <dgm:pt modelId="{CB874FBF-B5F6-4BB4-80D7-F5EE2E6BCC65}">
      <dgm:prSet/>
      <dgm:spPr/>
      <dgm:t>
        <a:bodyPr/>
        <a:lstStyle/>
        <a:p>
          <a:r>
            <a:rPr lang="en-US" b="0" i="0" baseline="0"/>
            <a:t>Reflective understanding</a:t>
          </a:r>
          <a:endParaRPr lang="en-US"/>
        </a:p>
      </dgm:t>
    </dgm:pt>
    <dgm:pt modelId="{CB8DC0F9-0B2A-446A-A716-B0967C402EA2}" type="parTrans" cxnId="{04FF6EDD-FB21-4616-9D48-061F8FC90742}">
      <dgm:prSet/>
      <dgm:spPr/>
      <dgm:t>
        <a:bodyPr/>
        <a:lstStyle/>
        <a:p>
          <a:endParaRPr lang="en-US"/>
        </a:p>
      </dgm:t>
    </dgm:pt>
    <dgm:pt modelId="{0AFB736D-C6B1-4309-82A2-67D283E71FF2}" type="sibTrans" cxnId="{04FF6EDD-FB21-4616-9D48-061F8FC90742}">
      <dgm:prSet/>
      <dgm:spPr/>
      <dgm:t>
        <a:bodyPr/>
        <a:lstStyle/>
        <a:p>
          <a:endParaRPr lang="en-US"/>
        </a:p>
      </dgm:t>
    </dgm:pt>
    <dgm:pt modelId="{27FA78AA-97B8-4423-99B4-75183C905A52}">
      <dgm:prSet/>
      <dgm:spPr/>
      <dgm:t>
        <a:bodyPr/>
        <a:lstStyle/>
        <a:p>
          <a:r>
            <a:rPr lang="en-US" b="0" i="0" baseline="0"/>
            <a:t>Key strengths:</a:t>
          </a:r>
          <a:endParaRPr lang="en-US"/>
        </a:p>
      </dgm:t>
    </dgm:pt>
    <dgm:pt modelId="{CEBC35DF-5963-4713-B377-D7E8CFF45789}" type="parTrans" cxnId="{7027737B-1CA5-4855-8355-84ED5FC4C5EB}">
      <dgm:prSet/>
      <dgm:spPr/>
      <dgm:t>
        <a:bodyPr/>
        <a:lstStyle/>
        <a:p>
          <a:endParaRPr lang="en-US"/>
        </a:p>
      </dgm:t>
    </dgm:pt>
    <dgm:pt modelId="{36A6F7E5-9615-44B0-9EF9-ED53DCD6EF33}" type="sibTrans" cxnId="{7027737B-1CA5-4855-8355-84ED5FC4C5EB}">
      <dgm:prSet/>
      <dgm:spPr/>
      <dgm:t>
        <a:bodyPr/>
        <a:lstStyle/>
        <a:p>
          <a:endParaRPr lang="en-US"/>
        </a:p>
      </dgm:t>
    </dgm:pt>
    <dgm:pt modelId="{591E95E8-E7A1-4304-B2F9-A29E5894E5AE}">
      <dgm:prSet/>
      <dgm:spPr/>
      <dgm:t>
        <a:bodyPr/>
        <a:lstStyle/>
        <a:p>
          <a:r>
            <a:rPr lang="en-US" b="0" i="0" baseline="0"/>
            <a:t>Semantic structure</a:t>
          </a:r>
          <a:endParaRPr lang="en-US"/>
        </a:p>
      </dgm:t>
    </dgm:pt>
    <dgm:pt modelId="{B3F9F434-2E46-4DB6-A802-3E0C87B3C866}" type="parTrans" cxnId="{F2D8A8EC-1AC5-43AA-8F1C-2C6C69167BFF}">
      <dgm:prSet/>
      <dgm:spPr/>
      <dgm:t>
        <a:bodyPr/>
        <a:lstStyle/>
        <a:p>
          <a:endParaRPr lang="en-US"/>
        </a:p>
      </dgm:t>
    </dgm:pt>
    <dgm:pt modelId="{45F8C3C2-95B5-4B35-A903-B23F681F001F}" type="sibTrans" cxnId="{F2D8A8EC-1AC5-43AA-8F1C-2C6C69167BFF}">
      <dgm:prSet/>
      <dgm:spPr/>
      <dgm:t>
        <a:bodyPr/>
        <a:lstStyle/>
        <a:p>
          <a:endParaRPr lang="en-US"/>
        </a:p>
      </dgm:t>
    </dgm:pt>
    <dgm:pt modelId="{49EE089A-6E27-4ABD-9CB8-902A6FCE2788}">
      <dgm:prSet/>
      <dgm:spPr/>
      <dgm:t>
        <a:bodyPr/>
        <a:lstStyle/>
        <a:p>
          <a:r>
            <a:rPr lang="en-US" b="0" i="0" baseline="0"/>
            <a:t>Modular organisation</a:t>
          </a:r>
          <a:endParaRPr lang="en-US"/>
        </a:p>
      </dgm:t>
    </dgm:pt>
    <dgm:pt modelId="{6C5C140E-A30D-42D8-A826-1C79AB2BDFF0}" type="parTrans" cxnId="{B1BEC42B-AF69-4904-BEC7-DCAF673DB171}">
      <dgm:prSet/>
      <dgm:spPr/>
      <dgm:t>
        <a:bodyPr/>
        <a:lstStyle/>
        <a:p>
          <a:endParaRPr lang="en-US"/>
        </a:p>
      </dgm:t>
    </dgm:pt>
    <dgm:pt modelId="{9AB32F20-DF35-4342-A1F8-8D8722EACE1A}" type="sibTrans" cxnId="{B1BEC42B-AF69-4904-BEC7-DCAF673DB171}">
      <dgm:prSet/>
      <dgm:spPr/>
      <dgm:t>
        <a:bodyPr/>
        <a:lstStyle/>
        <a:p>
          <a:endParaRPr lang="en-US"/>
        </a:p>
      </dgm:t>
    </dgm:pt>
    <dgm:pt modelId="{41078192-1E9E-4826-AADA-25E6B59BCDC4}">
      <dgm:prSet/>
      <dgm:spPr/>
      <dgm:t>
        <a:bodyPr/>
        <a:lstStyle/>
        <a:p>
          <a:r>
            <a:rPr lang="en-US" b="0" i="0" baseline="0"/>
            <a:t>Effective interactivity</a:t>
          </a:r>
          <a:endParaRPr lang="en-US"/>
        </a:p>
      </dgm:t>
    </dgm:pt>
    <dgm:pt modelId="{51297FEA-2E4D-46DA-9D81-F02079ECF9FD}" type="parTrans" cxnId="{7DDC5FD3-5B59-411D-8E16-DD199330667F}">
      <dgm:prSet/>
      <dgm:spPr/>
      <dgm:t>
        <a:bodyPr/>
        <a:lstStyle/>
        <a:p>
          <a:endParaRPr lang="en-US"/>
        </a:p>
      </dgm:t>
    </dgm:pt>
    <dgm:pt modelId="{A5E51EDA-152A-4AD5-A761-FFA430019168}" type="sibTrans" cxnId="{7DDC5FD3-5B59-411D-8E16-DD199330667F}">
      <dgm:prSet/>
      <dgm:spPr/>
      <dgm:t>
        <a:bodyPr/>
        <a:lstStyle/>
        <a:p>
          <a:endParaRPr lang="en-US"/>
        </a:p>
      </dgm:t>
    </dgm:pt>
    <dgm:pt modelId="{017F7325-9C8D-4EBB-843D-7EEE6C382DDA}">
      <dgm:prSet/>
      <dgm:spPr/>
      <dgm:t>
        <a:bodyPr/>
        <a:lstStyle/>
        <a:p>
          <a:r>
            <a:rPr lang="en-US" b="0" i="0" baseline="0"/>
            <a:t>Identified limitations:</a:t>
          </a:r>
          <a:endParaRPr lang="en-US"/>
        </a:p>
      </dgm:t>
    </dgm:pt>
    <dgm:pt modelId="{6A5C938E-559A-4075-921C-4AD4389AD414}" type="parTrans" cxnId="{DB425432-5D06-4BA0-9DBF-531A2A1B2804}">
      <dgm:prSet/>
      <dgm:spPr/>
      <dgm:t>
        <a:bodyPr/>
        <a:lstStyle/>
        <a:p>
          <a:endParaRPr lang="en-US"/>
        </a:p>
      </dgm:t>
    </dgm:pt>
    <dgm:pt modelId="{A78B3309-85D6-4A81-A44B-80A051B3DA1A}" type="sibTrans" cxnId="{DB425432-5D06-4BA0-9DBF-531A2A1B2804}">
      <dgm:prSet/>
      <dgm:spPr/>
      <dgm:t>
        <a:bodyPr/>
        <a:lstStyle/>
        <a:p>
          <a:endParaRPr lang="en-US"/>
        </a:p>
      </dgm:t>
    </dgm:pt>
    <dgm:pt modelId="{CA1ACC96-A571-4F7A-9C62-406761E994E8}">
      <dgm:prSet/>
      <dgm:spPr/>
      <dgm:t>
        <a:bodyPr/>
        <a:lstStyle/>
        <a:p>
          <a:r>
            <a:rPr lang="en-US" b="0" i="0" baseline="0"/>
            <a:t>Lack of backend integration</a:t>
          </a:r>
          <a:endParaRPr lang="en-US"/>
        </a:p>
      </dgm:t>
    </dgm:pt>
    <dgm:pt modelId="{A2B2A6A4-CDF9-4712-B104-131F503780F3}" type="parTrans" cxnId="{779533D8-D909-4A72-A207-CC440A278E72}">
      <dgm:prSet/>
      <dgm:spPr/>
      <dgm:t>
        <a:bodyPr/>
        <a:lstStyle/>
        <a:p>
          <a:endParaRPr lang="en-US"/>
        </a:p>
      </dgm:t>
    </dgm:pt>
    <dgm:pt modelId="{5D956A88-EAB5-40FF-B561-C1F775350C5D}" type="sibTrans" cxnId="{779533D8-D909-4A72-A207-CC440A278E72}">
      <dgm:prSet/>
      <dgm:spPr/>
      <dgm:t>
        <a:bodyPr/>
        <a:lstStyle/>
        <a:p>
          <a:endParaRPr lang="en-US"/>
        </a:p>
      </dgm:t>
    </dgm:pt>
    <dgm:pt modelId="{9EA5604A-3489-4C1E-B22E-E4520C22C348}">
      <dgm:prSet/>
      <dgm:spPr/>
      <dgm:t>
        <a:bodyPr/>
        <a:lstStyle/>
        <a:p>
          <a:r>
            <a:rPr lang="en-US" b="0" i="0" baseline="0"/>
            <a:t>Client-side-only validation</a:t>
          </a:r>
          <a:endParaRPr lang="en-US"/>
        </a:p>
      </dgm:t>
    </dgm:pt>
    <dgm:pt modelId="{A40BDE48-9A2A-44CB-9504-F94FC49362FB}" type="parTrans" cxnId="{E66C58B2-6205-46FD-83AB-9CEC242B97F5}">
      <dgm:prSet/>
      <dgm:spPr/>
      <dgm:t>
        <a:bodyPr/>
        <a:lstStyle/>
        <a:p>
          <a:endParaRPr lang="en-US"/>
        </a:p>
      </dgm:t>
    </dgm:pt>
    <dgm:pt modelId="{93A2C0F7-8EC5-42C6-9B17-CDA0ADC5C0DE}" type="sibTrans" cxnId="{E66C58B2-6205-46FD-83AB-9CEC242B97F5}">
      <dgm:prSet/>
      <dgm:spPr/>
      <dgm:t>
        <a:bodyPr/>
        <a:lstStyle/>
        <a:p>
          <a:endParaRPr lang="en-US"/>
        </a:p>
      </dgm:t>
    </dgm:pt>
    <dgm:pt modelId="{BB98C44D-9067-4DF8-BD7A-A4F41EAA18DC}">
      <dgm:prSet/>
      <dgm:spPr/>
      <dgm:t>
        <a:bodyPr/>
        <a:lstStyle/>
        <a:p>
          <a:r>
            <a:rPr lang="en-US" b="0" i="0" baseline="0"/>
            <a:t>Future enhancements:</a:t>
          </a:r>
          <a:endParaRPr lang="en-US"/>
        </a:p>
      </dgm:t>
    </dgm:pt>
    <dgm:pt modelId="{9C1470B5-7A17-4572-8C38-9626187D969D}" type="parTrans" cxnId="{3A7E524E-66D7-44F1-975F-FBD10823C584}">
      <dgm:prSet/>
      <dgm:spPr/>
      <dgm:t>
        <a:bodyPr/>
        <a:lstStyle/>
        <a:p>
          <a:endParaRPr lang="en-US"/>
        </a:p>
      </dgm:t>
    </dgm:pt>
    <dgm:pt modelId="{CC335370-B6F8-451E-9956-0FDAC5CB4DA9}" type="sibTrans" cxnId="{3A7E524E-66D7-44F1-975F-FBD10823C584}">
      <dgm:prSet/>
      <dgm:spPr/>
      <dgm:t>
        <a:bodyPr/>
        <a:lstStyle/>
        <a:p>
          <a:endParaRPr lang="en-US"/>
        </a:p>
      </dgm:t>
    </dgm:pt>
    <dgm:pt modelId="{A5D7638D-F075-4D7F-8CAA-426D1103ACA5}">
      <dgm:prSet/>
      <dgm:spPr/>
      <dgm:t>
        <a:bodyPr/>
        <a:lstStyle/>
        <a:p>
          <a:r>
            <a:rPr lang="en-US" b="0" i="0" baseline="0"/>
            <a:t>Database connectivity</a:t>
          </a:r>
          <a:endParaRPr lang="en-US"/>
        </a:p>
      </dgm:t>
    </dgm:pt>
    <dgm:pt modelId="{BBD2DB34-5FFC-4F9C-BE96-84E5C74686B5}" type="parTrans" cxnId="{AFEE9DBC-A598-478C-9838-EB33577E49D4}">
      <dgm:prSet/>
      <dgm:spPr/>
      <dgm:t>
        <a:bodyPr/>
        <a:lstStyle/>
        <a:p>
          <a:endParaRPr lang="en-US"/>
        </a:p>
      </dgm:t>
    </dgm:pt>
    <dgm:pt modelId="{28B7E082-E760-4E87-A6E9-E464A41B539E}" type="sibTrans" cxnId="{AFEE9DBC-A598-478C-9838-EB33577E49D4}">
      <dgm:prSet/>
      <dgm:spPr/>
      <dgm:t>
        <a:bodyPr/>
        <a:lstStyle/>
        <a:p>
          <a:endParaRPr lang="en-US"/>
        </a:p>
      </dgm:t>
    </dgm:pt>
    <dgm:pt modelId="{11A800F1-BBEA-46B2-BBAE-674C6E0DF06C}">
      <dgm:prSet/>
      <dgm:spPr/>
      <dgm:t>
        <a:bodyPr/>
        <a:lstStyle/>
        <a:p>
          <a:r>
            <a:rPr lang="en-US" b="0" i="0" baseline="0"/>
            <a:t>Authentication systems</a:t>
          </a:r>
          <a:endParaRPr lang="en-US"/>
        </a:p>
      </dgm:t>
    </dgm:pt>
    <dgm:pt modelId="{F06B80EC-E8B1-4A09-9777-A686BF0B0276}" type="parTrans" cxnId="{459AB192-672A-413E-AAC8-B487C196C97C}">
      <dgm:prSet/>
      <dgm:spPr/>
      <dgm:t>
        <a:bodyPr/>
        <a:lstStyle/>
        <a:p>
          <a:endParaRPr lang="en-US"/>
        </a:p>
      </dgm:t>
    </dgm:pt>
    <dgm:pt modelId="{1A30E081-2E88-44D6-AAA9-F39DF3509371}" type="sibTrans" cxnId="{459AB192-672A-413E-AAC8-B487C196C97C}">
      <dgm:prSet/>
      <dgm:spPr/>
      <dgm:t>
        <a:bodyPr/>
        <a:lstStyle/>
        <a:p>
          <a:endParaRPr lang="en-US"/>
        </a:p>
      </dgm:t>
    </dgm:pt>
    <dgm:pt modelId="{F67474AD-CC6E-4668-B95D-FBF9955F4F00}">
      <dgm:prSet/>
      <dgm:spPr/>
      <dgm:t>
        <a:bodyPr/>
        <a:lstStyle/>
        <a:p>
          <a:r>
            <a:rPr lang="en-US" b="0" i="0" baseline="0"/>
            <a:t>Automated testing</a:t>
          </a:r>
          <a:endParaRPr lang="en-US"/>
        </a:p>
      </dgm:t>
    </dgm:pt>
    <dgm:pt modelId="{3DAC3769-877A-41C2-A051-E55491F62091}" type="parTrans" cxnId="{B6B63438-A69B-40DE-A310-A4F2ACE1B039}">
      <dgm:prSet/>
      <dgm:spPr/>
      <dgm:t>
        <a:bodyPr/>
        <a:lstStyle/>
        <a:p>
          <a:endParaRPr lang="en-US"/>
        </a:p>
      </dgm:t>
    </dgm:pt>
    <dgm:pt modelId="{D65C52DD-0C74-4C53-A691-9A0F9EFFE3F4}" type="sibTrans" cxnId="{B6B63438-A69B-40DE-A310-A4F2ACE1B039}">
      <dgm:prSet/>
      <dgm:spPr/>
      <dgm:t>
        <a:bodyPr/>
        <a:lstStyle/>
        <a:p>
          <a:endParaRPr lang="en-US"/>
        </a:p>
      </dgm:t>
    </dgm:pt>
    <dgm:pt modelId="{599A17C4-9B62-4F4F-9152-BF908B46213B}">
      <dgm:prSet/>
      <dgm:spPr/>
      <dgm:t>
        <a:bodyPr/>
        <a:lstStyle/>
        <a:p>
          <a:r>
            <a:rPr lang="en-US" b="0" i="0" baseline="0"/>
            <a:t>Portfolio represents a strong foundation for further professional development</a:t>
          </a:r>
          <a:endParaRPr lang="en-US"/>
        </a:p>
      </dgm:t>
    </dgm:pt>
    <dgm:pt modelId="{1F883504-9188-462E-9CCC-801BEDD48D82}" type="parTrans" cxnId="{E07BD8D3-E776-4571-9F0B-1498CA084F16}">
      <dgm:prSet/>
      <dgm:spPr/>
      <dgm:t>
        <a:bodyPr/>
        <a:lstStyle/>
        <a:p>
          <a:endParaRPr lang="en-US"/>
        </a:p>
      </dgm:t>
    </dgm:pt>
    <dgm:pt modelId="{DB28A8C6-7D9F-4768-B620-373A1405FB3E}" type="sibTrans" cxnId="{E07BD8D3-E776-4571-9F0B-1498CA084F16}">
      <dgm:prSet/>
      <dgm:spPr/>
      <dgm:t>
        <a:bodyPr/>
        <a:lstStyle/>
        <a:p>
          <a:endParaRPr lang="en-US"/>
        </a:p>
      </dgm:t>
    </dgm:pt>
    <dgm:pt modelId="{BCB352EF-5569-4361-8D56-3BECA6280D7D}" type="pres">
      <dgm:prSet presAssocID="{2F788EFE-9494-43EE-A6DB-DE1FF262FDFE}" presName="Name0" presStyleCnt="0">
        <dgm:presLayoutVars>
          <dgm:dir/>
          <dgm:resizeHandles val="exact"/>
        </dgm:presLayoutVars>
      </dgm:prSet>
      <dgm:spPr/>
    </dgm:pt>
    <dgm:pt modelId="{B22D2AA0-F545-41F6-9CFE-B04358DB68B4}" type="pres">
      <dgm:prSet presAssocID="{2F788EFE-9494-43EE-A6DB-DE1FF262FDFE}" presName="arrow" presStyleLbl="bgShp" presStyleIdx="0" presStyleCnt="1"/>
      <dgm:spPr/>
    </dgm:pt>
    <dgm:pt modelId="{4A972978-E488-4912-BE97-D41FE72670CA}" type="pres">
      <dgm:prSet presAssocID="{2F788EFE-9494-43EE-A6DB-DE1FF262FDFE}" presName="points" presStyleCnt="0"/>
      <dgm:spPr/>
    </dgm:pt>
    <dgm:pt modelId="{C8B55DF3-8325-4841-8B6B-C8240143C41D}" type="pres">
      <dgm:prSet presAssocID="{AF5AE0A9-977F-4E6F-9717-90285AF26376}" presName="compositeA" presStyleCnt="0"/>
      <dgm:spPr/>
    </dgm:pt>
    <dgm:pt modelId="{8FF918EA-5423-46DA-A6C1-360F6845CDCC}" type="pres">
      <dgm:prSet presAssocID="{AF5AE0A9-977F-4E6F-9717-90285AF26376}" presName="textA" presStyleLbl="revTx" presStyleIdx="0" presStyleCnt="5">
        <dgm:presLayoutVars>
          <dgm:bulletEnabled val="1"/>
        </dgm:presLayoutVars>
      </dgm:prSet>
      <dgm:spPr/>
    </dgm:pt>
    <dgm:pt modelId="{D445C5FB-D423-4A2B-BBA9-E4F4E32092A4}" type="pres">
      <dgm:prSet presAssocID="{AF5AE0A9-977F-4E6F-9717-90285AF26376}" presName="circleA" presStyleLbl="node1" presStyleIdx="0" presStyleCnt="5"/>
      <dgm:spPr/>
    </dgm:pt>
    <dgm:pt modelId="{4A893446-2D3B-47E6-A931-3683603E8FAC}" type="pres">
      <dgm:prSet presAssocID="{AF5AE0A9-977F-4E6F-9717-90285AF26376}" presName="spaceA" presStyleCnt="0"/>
      <dgm:spPr/>
    </dgm:pt>
    <dgm:pt modelId="{2DB073E6-31DD-4463-BE03-BE752065F204}" type="pres">
      <dgm:prSet presAssocID="{503D9E15-ED5D-49E9-B713-1C8235D2E2B3}" presName="space" presStyleCnt="0"/>
      <dgm:spPr/>
    </dgm:pt>
    <dgm:pt modelId="{534B8E58-A270-4B33-BF97-E1EFDE1DD85C}" type="pres">
      <dgm:prSet presAssocID="{27FA78AA-97B8-4423-99B4-75183C905A52}" presName="compositeB" presStyleCnt="0"/>
      <dgm:spPr/>
    </dgm:pt>
    <dgm:pt modelId="{D194B96C-A081-4FDA-85DE-1FCCBACE6D10}" type="pres">
      <dgm:prSet presAssocID="{27FA78AA-97B8-4423-99B4-75183C905A52}" presName="textB" presStyleLbl="revTx" presStyleIdx="1" presStyleCnt="5">
        <dgm:presLayoutVars>
          <dgm:bulletEnabled val="1"/>
        </dgm:presLayoutVars>
      </dgm:prSet>
      <dgm:spPr/>
    </dgm:pt>
    <dgm:pt modelId="{81BA9298-6524-41ED-BBF2-C53A42C1411C}" type="pres">
      <dgm:prSet presAssocID="{27FA78AA-97B8-4423-99B4-75183C905A52}" presName="circleB" presStyleLbl="node1" presStyleIdx="1" presStyleCnt="5"/>
      <dgm:spPr/>
    </dgm:pt>
    <dgm:pt modelId="{B04A2703-BCFA-490C-BDAA-36F397326068}" type="pres">
      <dgm:prSet presAssocID="{27FA78AA-97B8-4423-99B4-75183C905A52}" presName="spaceB" presStyleCnt="0"/>
      <dgm:spPr/>
    </dgm:pt>
    <dgm:pt modelId="{C6601733-7E58-4E00-9776-75681B43DC99}" type="pres">
      <dgm:prSet presAssocID="{36A6F7E5-9615-44B0-9EF9-ED53DCD6EF33}" presName="space" presStyleCnt="0"/>
      <dgm:spPr/>
    </dgm:pt>
    <dgm:pt modelId="{354398BA-8ACF-4BCF-9DB9-02A378F7C3FE}" type="pres">
      <dgm:prSet presAssocID="{017F7325-9C8D-4EBB-843D-7EEE6C382DDA}" presName="compositeA" presStyleCnt="0"/>
      <dgm:spPr/>
    </dgm:pt>
    <dgm:pt modelId="{F88CFB0C-3C91-4A78-8DDB-5FC64FF69B9E}" type="pres">
      <dgm:prSet presAssocID="{017F7325-9C8D-4EBB-843D-7EEE6C382DDA}" presName="textA" presStyleLbl="revTx" presStyleIdx="2" presStyleCnt="5">
        <dgm:presLayoutVars>
          <dgm:bulletEnabled val="1"/>
        </dgm:presLayoutVars>
      </dgm:prSet>
      <dgm:spPr/>
    </dgm:pt>
    <dgm:pt modelId="{708CCA5B-8A0A-4827-A811-2C1D04C263E0}" type="pres">
      <dgm:prSet presAssocID="{017F7325-9C8D-4EBB-843D-7EEE6C382DDA}" presName="circleA" presStyleLbl="node1" presStyleIdx="2" presStyleCnt="5"/>
      <dgm:spPr/>
    </dgm:pt>
    <dgm:pt modelId="{83EB16EF-5708-4F0F-8D2D-C23784486DAD}" type="pres">
      <dgm:prSet presAssocID="{017F7325-9C8D-4EBB-843D-7EEE6C382DDA}" presName="spaceA" presStyleCnt="0"/>
      <dgm:spPr/>
    </dgm:pt>
    <dgm:pt modelId="{663E1F4E-6CF7-4F62-B3A4-C71C55D336C6}" type="pres">
      <dgm:prSet presAssocID="{A78B3309-85D6-4A81-A44B-80A051B3DA1A}" presName="space" presStyleCnt="0"/>
      <dgm:spPr/>
    </dgm:pt>
    <dgm:pt modelId="{5D2843E0-1760-4FF3-98A6-1653D2BF2B83}" type="pres">
      <dgm:prSet presAssocID="{BB98C44D-9067-4DF8-BD7A-A4F41EAA18DC}" presName="compositeB" presStyleCnt="0"/>
      <dgm:spPr/>
    </dgm:pt>
    <dgm:pt modelId="{908C2B98-D54E-4EB0-9721-C25874D173A2}" type="pres">
      <dgm:prSet presAssocID="{BB98C44D-9067-4DF8-BD7A-A4F41EAA18DC}" presName="textB" presStyleLbl="revTx" presStyleIdx="3" presStyleCnt="5">
        <dgm:presLayoutVars>
          <dgm:bulletEnabled val="1"/>
        </dgm:presLayoutVars>
      </dgm:prSet>
      <dgm:spPr/>
    </dgm:pt>
    <dgm:pt modelId="{A8249647-F0D0-4BB0-BBA2-0FB2E813FFA6}" type="pres">
      <dgm:prSet presAssocID="{BB98C44D-9067-4DF8-BD7A-A4F41EAA18DC}" presName="circleB" presStyleLbl="node1" presStyleIdx="3" presStyleCnt="5"/>
      <dgm:spPr/>
    </dgm:pt>
    <dgm:pt modelId="{2CD69C5F-C6AD-4340-BDB2-FC8786C21D24}" type="pres">
      <dgm:prSet presAssocID="{BB98C44D-9067-4DF8-BD7A-A4F41EAA18DC}" presName="spaceB" presStyleCnt="0"/>
      <dgm:spPr/>
    </dgm:pt>
    <dgm:pt modelId="{66E5F6F4-B4B9-4BF0-B13C-0848E86AFD7A}" type="pres">
      <dgm:prSet presAssocID="{CC335370-B6F8-451E-9956-0FDAC5CB4DA9}" presName="space" presStyleCnt="0"/>
      <dgm:spPr/>
    </dgm:pt>
    <dgm:pt modelId="{A16ED0C4-CBC0-4196-8330-967B7327CCD2}" type="pres">
      <dgm:prSet presAssocID="{599A17C4-9B62-4F4F-9152-BF908B46213B}" presName="compositeA" presStyleCnt="0"/>
      <dgm:spPr/>
    </dgm:pt>
    <dgm:pt modelId="{A94F8852-6740-40BF-AEE2-D8DEA8E5EFEA}" type="pres">
      <dgm:prSet presAssocID="{599A17C4-9B62-4F4F-9152-BF908B46213B}" presName="textA" presStyleLbl="revTx" presStyleIdx="4" presStyleCnt="5">
        <dgm:presLayoutVars>
          <dgm:bulletEnabled val="1"/>
        </dgm:presLayoutVars>
      </dgm:prSet>
      <dgm:spPr/>
    </dgm:pt>
    <dgm:pt modelId="{4937BF08-943D-477B-BE16-C7E85BF17BFB}" type="pres">
      <dgm:prSet presAssocID="{599A17C4-9B62-4F4F-9152-BF908B46213B}" presName="circleA" presStyleLbl="node1" presStyleIdx="4" presStyleCnt="5"/>
      <dgm:spPr/>
    </dgm:pt>
    <dgm:pt modelId="{4A1E50C1-CAC0-433B-ABF5-54C7671B9655}" type="pres">
      <dgm:prSet presAssocID="{599A17C4-9B62-4F4F-9152-BF908B46213B}" presName="spaceA" presStyleCnt="0"/>
      <dgm:spPr/>
    </dgm:pt>
  </dgm:ptLst>
  <dgm:cxnLst>
    <dgm:cxn modelId="{EAF19814-58C9-4B34-92E3-8738E3DE6242}" type="presOf" srcId="{A5D7638D-F075-4D7F-8CAA-426D1103ACA5}" destId="{908C2B98-D54E-4EB0-9721-C25874D173A2}" srcOrd="0" destOrd="1" presId="urn:microsoft.com/office/officeart/2005/8/layout/hProcess11"/>
    <dgm:cxn modelId="{09D8F219-7EBD-4058-B2BC-0BD7D6FE44D4}" type="presOf" srcId="{8C9F9E40-6816-40C7-BD6B-D50E64DC235E}" destId="{8FF918EA-5423-46DA-A6C1-360F6845CDCC}" srcOrd="0" destOrd="1" presId="urn:microsoft.com/office/officeart/2005/8/layout/hProcess11"/>
    <dgm:cxn modelId="{F0AF0424-F303-4934-A9AD-7AF43039D0A4}" srcId="{AF5AE0A9-977F-4E6F-9717-90285AF26376}" destId="{B277C332-62A9-49D3-BBE0-CAFF0EC1A65B}" srcOrd="1" destOrd="0" parTransId="{25C577F6-AD91-4375-B0AC-4D8CAB276DDF}" sibTransId="{8837003D-3785-4085-829B-669CF5DF8D9D}"/>
    <dgm:cxn modelId="{B1BEC42B-AF69-4904-BEC7-DCAF673DB171}" srcId="{27FA78AA-97B8-4423-99B4-75183C905A52}" destId="{49EE089A-6E27-4ABD-9CB8-902A6FCE2788}" srcOrd="1" destOrd="0" parTransId="{6C5C140E-A30D-42D8-A826-1C79AB2BDFF0}" sibTransId="{9AB32F20-DF35-4342-A1F8-8D8722EACE1A}"/>
    <dgm:cxn modelId="{DB425432-5D06-4BA0-9DBF-531A2A1B2804}" srcId="{2F788EFE-9494-43EE-A6DB-DE1FF262FDFE}" destId="{017F7325-9C8D-4EBB-843D-7EEE6C382DDA}" srcOrd="2" destOrd="0" parTransId="{6A5C938E-559A-4075-921C-4AD4389AD414}" sibTransId="{A78B3309-85D6-4A81-A44B-80A051B3DA1A}"/>
    <dgm:cxn modelId="{B6B63438-A69B-40DE-A310-A4F2ACE1B039}" srcId="{BB98C44D-9067-4DF8-BD7A-A4F41EAA18DC}" destId="{F67474AD-CC6E-4668-B95D-FBF9955F4F00}" srcOrd="2" destOrd="0" parTransId="{3DAC3769-877A-41C2-A051-E55491F62091}" sibTransId="{D65C52DD-0C74-4C53-A691-9A0F9EFFE3F4}"/>
    <dgm:cxn modelId="{90771B5E-0D67-4098-98E0-B7A35ABD7885}" type="presOf" srcId="{41078192-1E9E-4826-AADA-25E6B59BCDC4}" destId="{D194B96C-A081-4FDA-85DE-1FCCBACE6D10}" srcOrd="0" destOrd="3" presId="urn:microsoft.com/office/officeart/2005/8/layout/hProcess11"/>
    <dgm:cxn modelId="{30D5664A-8D64-4534-9D3D-2EC2E929EF43}" type="presOf" srcId="{11A800F1-BBEA-46B2-BBAE-674C6E0DF06C}" destId="{908C2B98-D54E-4EB0-9721-C25874D173A2}" srcOrd="0" destOrd="2" presId="urn:microsoft.com/office/officeart/2005/8/layout/hProcess11"/>
    <dgm:cxn modelId="{3A7E524E-66D7-44F1-975F-FBD10823C584}" srcId="{2F788EFE-9494-43EE-A6DB-DE1FF262FDFE}" destId="{BB98C44D-9067-4DF8-BD7A-A4F41EAA18DC}" srcOrd="3" destOrd="0" parTransId="{9C1470B5-7A17-4572-8C38-9626187D969D}" sibTransId="{CC335370-B6F8-451E-9956-0FDAC5CB4DA9}"/>
    <dgm:cxn modelId="{9F2AE651-099B-42AF-B15C-6CC2AF3BE677}" type="presOf" srcId="{AF5AE0A9-977F-4E6F-9717-90285AF26376}" destId="{8FF918EA-5423-46DA-A6C1-360F6845CDCC}" srcOrd="0" destOrd="0" presId="urn:microsoft.com/office/officeart/2005/8/layout/hProcess11"/>
    <dgm:cxn modelId="{7027737B-1CA5-4855-8355-84ED5FC4C5EB}" srcId="{2F788EFE-9494-43EE-A6DB-DE1FF262FDFE}" destId="{27FA78AA-97B8-4423-99B4-75183C905A52}" srcOrd="1" destOrd="0" parTransId="{CEBC35DF-5963-4713-B377-D7E8CFF45789}" sibTransId="{36A6F7E5-9615-44B0-9EF9-ED53DCD6EF33}"/>
    <dgm:cxn modelId="{157D228C-192A-48B9-B21C-DC271872113F}" type="presOf" srcId="{599A17C4-9B62-4F4F-9152-BF908B46213B}" destId="{A94F8852-6740-40BF-AEE2-D8DEA8E5EFEA}" srcOrd="0" destOrd="0" presId="urn:microsoft.com/office/officeart/2005/8/layout/hProcess11"/>
    <dgm:cxn modelId="{459AB192-672A-413E-AAC8-B487C196C97C}" srcId="{BB98C44D-9067-4DF8-BD7A-A4F41EAA18DC}" destId="{11A800F1-BBEA-46B2-BBAE-674C6E0DF06C}" srcOrd="1" destOrd="0" parTransId="{F06B80EC-E8B1-4A09-9777-A686BF0B0276}" sibTransId="{1A30E081-2E88-44D6-AAA9-F39DF3509371}"/>
    <dgm:cxn modelId="{62F36996-F631-4F27-81C8-678D11AC6942}" type="presOf" srcId="{9EA5604A-3489-4C1E-B22E-E4520C22C348}" destId="{F88CFB0C-3C91-4A78-8DDB-5FC64FF69B9E}" srcOrd="0" destOrd="2" presId="urn:microsoft.com/office/officeart/2005/8/layout/hProcess11"/>
    <dgm:cxn modelId="{CE3F819F-93F7-4262-892E-104CB9C90634}" type="presOf" srcId="{591E95E8-E7A1-4304-B2F9-A29E5894E5AE}" destId="{D194B96C-A081-4FDA-85DE-1FCCBACE6D10}" srcOrd="0" destOrd="1" presId="urn:microsoft.com/office/officeart/2005/8/layout/hProcess11"/>
    <dgm:cxn modelId="{E66C58B2-6205-46FD-83AB-9CEC242B97F5}" srcId="{017F7325-9C8D-4EBB-843D-7EEE6C382DDA}" destId="{9EA5604A-3489-4C1E-B22E-E4520C22C348}" srcOrd="1" destOrd="0" parTransId="{A40BDE48-9A2A-44CB-9504-F94FC49362FB}" sibTransId="{93A2C0F7-8EC5-42C6-9B17-CDA0ADC5C0DE}"/>
    <dgm:cxn modelId="{613D22B4-4144-4C51-982D-E425352723C5}" srcId="{AF5AE0A9-977F-4E6F-9717-90285AF26376}" destId="{8C9F9E40-6816-40C7-BD6B-D50E64DC235E}" srcOrd="0" destOrd="0" parTransId="{42697F5B-77AE-43F5-9FC2-E38165766D31}" sibTransId="{4F688B9A-8754-4997-8695-AD8DD9FA89FE}"/>
    <dgm:cxn modelId="{AFEE9DBC-A598-478C-9838-EB33577E49D4}" srcId="{BB98C44D-9067-4DF8-BD7A-A4F41EAA18DC}" destId="{A5D7638D-F075-4D7F-8CAA-426D1103ACA5}" srcOrd="0" destOrd="0" parTransId="{BBD2DB34-5FFC-4F9C-BE96-84E5C74686B5}" sibTransId="{28B7E082-E760-4E87-A6E9-E464A41B539E}"/>
    <dgm:cxn modelId="{488A13C8-C4C3-42A0-AF66-95A556808C90}" type="presOf" srcId="{49EE089A-6E27-4ABD-9CB8-902A6FCE2788}" destId="{D194B96C-A081-4FDA-85DE-1FCCBACE6D10}" srcOrd="0" destOrd="2" presId="urn:microsoft.com/office/officeart/2005/8/layout/hProcess11"/>
    <dgm:cxn modelId="{C50765D1-D8E5-42E9-A792-CF2E8ACA37F3}" type="presOf" srcId="{BB98C44D-9067-4DF8-BD7A-A4F41EAA18DC}" destId="{908C2B98-D54E-4EB0-9721-C25874D173A2}" srcOrd="0" destOrd="0" presId="urn:microsoft.com/office/officeart/2005/8/layout/hProcess11"/>
    <dgm:cxn modelId="{7DDC5FD3-5B59-411D-8E16-DD199330667F}" srcId="{27FA78AA-97B8-4423-99B4-75183C905A52}" destId="{41078192-1E9E-4826-AADA-25E6B59BCDC4}" srcOrd="2" destOrd="0" parTransId="{51297FEA-2E4D-46DA-9D81-F02079ECF9FD}" sibTransId="{A5E51EDA-152A-4AD5-A761-FFA430019168}"/>
    <dgm:cxn modelId="{E07BD8D3-E776-4571-9F0B-1498CA084F16}" srcId="{2F788EFE-9494-43EE-A6DB-DE1FF262FDFE}" destId="{599A17C4-9B62-4F4F-9152-BF908B46213B}" srcOrd="4" destOrd="0" parTransId="{1F883504-9188-462E-9CCC-801BEDD48D82}" sibTransId="{DB28A8C6-7D9F-4768-B620-373A1405FB3E}"/>
    <dgm:cxn modelId="{779533D8-D909-4A72-A207-CC440A278E72}" srcId="{017F7325-9C8D-4EBB-843D-7EEE6C382DDA}" destId="{CA1ACC96-A571-4F7A-9C62-406761E994E8}" srcOrd="0" destOrd="0" parTransId="{A2B2A6A4-CDF9-4712-B104-131F503780F3}" sibTransId="{5D956A88-EAB5-40FF-B561-C1F775350C5D}"/>
    <dgm:cxn modelId="{1A8871D8-A208-44FE-A173-16CB1DE340A1}" srcId="{2F788EFE-9494-43EE-A6DB-DE1FF262FDFE}" destId="{AF5AE0A9-977F-4E6F-9717-90285AF26376}" srcOrd="0" destOrd="0" parTransId="{578A6D73-54A3-4246-A813-360675921FD7}" sibTransId="{503D9E15-ED5D-49E9-B713-1C8235D2E2B3}"/>
    <dgm:cxn modelId="{4C0D1FDB-5893-4902-99A9-526C7B25A209}" type="presOf" srcId="{017F7325-9C8D-4EBB-843D-7EEE6C382DDA}" destId="{F88CFB0C-3C91-4A78-8DDB-5FC64FF69B9E}" srcOrd="0" destOrd="0" presId="urn:microsoft.com/office/officeart/2005/8/layout/hProcess11"/>
    <dgm:cxn modelId="{C721CDDC-EC77-4621-AAED-85C6797557EF}" type="presOf" srcId="{B277C332-62A9-49D3-BBE0-CAFF0EC1A65B}" destId="{8FF918EA-5423-46DA-A6C1-360F6845CDCC}" srcOrd="0" destOrd="2" presId="urn:microsoft.com/office/officeart/2005/8/layout/hProcess11"/>
    <dgm:cxn modelId="{04FF6EDD-FB21-4616-9D48-061F8FC90742}" srcId="{AF5AE0A9-977F-4E6F-9717-90285AF26376}" destId="{CB874FBF-B5F6-4BB4-80D7-F5EE2E6BCC65}" srcOrd="2" destOrd="0" parTransId="{CB8DC0F9-0B2A-446A-A716-B0967C402EA2}" sibTransId="{0AFB736D-C6B1-4309-82A2-67D283E71FF2}"/>
    <dgm:cxn modelId="{F2C09CDF-CF59-4D69-9E80-B2AA293733E6}" type="presOf" srcId="{CB874FBF-B5F6-4BB4-80D7-F5EE2E6BCC65}" destId="{8FF918EA-5423-46DA-A6C1-360F6845CDCC}" srcOrd="0" destOrd="3" presId="urn:microsoft.com/office/officeart/2005/8/layout/hProcess11"/>
    <dgm:cxn modelId="{50AA77E0-0A2A-49AA-995C-025CC0E85E43}" type="presOf" srcId="{CA1ACC96-A571-4F7A-9C62-406761E994E8}" destId="{F88CFB0C-3C91-4A78-8DDB-5FC64FF69B9E}" srcOrd="0" destOrd="1" presId="urn:microsoft.com/office/officeart/2005/8/layout/hProcess11"/>
    <dgm:cxn modelId="{428AD8E1-9D81-4E02-A604-97F01594D18A}" type="presOf" srcId="{2F788EFE-9494-43EE-A6DB-DE1FF262FDFE}" destId="{BCB352EF-5569-4361-8D56-3BECA6280D7D}" srcOrd="0" destOrd="0" presId="urn:microsoft.com/office/officeart/2005/8/layout/hProcess11"/>
    <dgm:cxn modelId="{F2D8A8EC-1AC5-43AA-8F1C-2C6C69167BFF}" srcId="{27FA78AA-97B8-4423-99B4-75183C905A52}" destId="{591E95E8-E7A1-4304-B2F9-A29E5894E5AE}" srcOrd="0" destOrd="0" parTransId="{B3F9F434-2E46-4DB6-A802-3E0C87B3C866}" sibTransId="{45F8C3C2-95B5-4B35-A903-B23F681F001F}"/>
    <dgm:cxn modelId="{11CF85F0-BA5A-43B5-923D-E72CE2BD98D6}" type="presOf" srcId="{27FA78AA-97B8-4423-99B4-75183C905A52}" destId="{D194B96C-A081-4FDA-85DE-1FCCBACE6D10}" srcOrd="0" destOrd="0" presId="urn:microsoft.com/office/officeart/2005/8/layout/hProcess11"/>
    <dgm:cxn modelId="{F6BD63FF-F701-4CE0-9919-A2C54B549812}" type="presOf" srcId="{F67474AD-CC6E-4668-B95D-FBF9955F4F00}" destId="{908C2B98-D54E-4EB0-9721-C25874D173A2}" srcOrd="0" destOrd="3" presId="urn:microsoft.com/office/officeart/2005/8/layout/hProcess11"/>
    <dgm:cxn modelId="{51E93C5B-DB70-4027-91FD-5FDD016705F9}" type="presParOf" srcId="{BCB352EF-5569-4361-8D56-3BECA6280D7D}" destId="{B22D2AA0-F545-41F6-9CFE-B04358DB68B4}" srcOrd="0" destOrd="0" presId="urn:microsoft.com/office/officeart/2005/8/layout/hProcess11"/>
    <dgm:cxn modelId="{D896A040-16E7-49C4-8E7D-EE8498E3E692}" type="presParOf" srcId="{BCB352EF-5569-4361-8D56-3BECA6280D7D}" destId="{4A972978-E488-4912-BE97-D41FE72670CA}" srcOrd="1" destOrd="0" presId="urn:microsoft.com/office/officeart/2005/8/layout/hProcess11"/>
    <dgm:cxn modelId="{EDAA1A08-0B9C-493E-B37A-ADF28551D92C}" type="presParOf" srcId="{4A972978-E488-4912-BE97-D41FE72670CA}" destId="{C8B55DF3-8325-4841-8B6B-C8240143C41D}" srcOrd="0" destOrd="0" presId="urn:microsoft.com/office/officeart/2005/8/layout/hProcess11"/>
    <dgm:cxn modelId="{9551F8BB-C023-4598-BCF9-D939E6D68BBA}" type="presParOf" srcId="{C8B55DF3-8325-4841-8B6B-C8240143C41D}" destId="{8FF918EA-5423-46DA-A6C1-360F6845CDCC}" srcOrd="0" destOrd="0" presId="urn:microsoft.com/office/officeart/2005/8/layout/hProcess11"/>
    <dgm:cxn modelId="{0BCB2086-7AF5-4150-B200-75CE0D3B0212}" type="presParOf" srcId="{C8B55DF3-8325-4841-8B6B-C8240143C41D}" destId="{D445C5FB-D423-4A2B-BBA9-E4F4E32092A4}" srcOrd="1" destOrd="0" presId="urn:microsoft.com/office/officeart/2005/8/layout/hProcess11"/>
    <dgm:cxn modelId="{B9BA0038-EAAD-4CB6-8FFB-55777095636A}" type="presParOf" srcId="{C8B55DF3-8325-4841-8B6B-C8240143C41D}" destId="{4A893446-2D3B-47E6-A931-3683603E8FAC}" srcOrd="2" destOrd="0" presId="urn:microsoft.com/office/officeart/2005/8/layout/hProcess11"/>
    <dgm:cxn modelId="{898C07AF-C71A-498F-86FD-3249EBF61324}" type="presParOf" srcId="{4A972978-E488-4912-BE97-D41FE72670CA}" destId="{2DB073E6-31DD-4463-BE03-BE752065F204}" srcOrd="1" destOrd="0" presId="urn:microsoft.com/office/officeart/2005/8/layout/hProcess11"/>
    <dgm:cxn modelId="{6451D214-AE20-4C1C-9EB6-B4AAFF437156}" type="presParOf" srcId="{4A972978-E488-4912-BE97-D41FE72670CA}" destId="{534B8E58-A270-4B33-BF97-E1EFDE1DD85C}" srcOrd="2" destOrd="0" presId="urn:microsoft.com/office/officeart/2005/8/layout/hProcess11"/>
    <dgm:cxn modelId="{280E85A3-77D5-45CF-A6E5-A97AEB9D9AD1}" type="presParOf" srcId="{534B8E58-A270-4B33-BF97-E1EFDE1DD85C}" destId="{D194B96C-A081-4FDA-85DE-1FCCBACE6D10}" srcOrd="0" destOrd="0" presId="urn:microsoft.com/office/officeart/2005/8/layout/hProcess11"/>
    <dgm:cxn modelId="{4D60250C-CE9D-4BDE-A8F3-B463D6309065}" type="presParOf" srcId="{534B8E58-A270-4B33-BF97-E1EFDE1DD85C}" destId="{81BA9298-6524-41ED-BBF2-C53A42C1411C}" srcOrd="1" destOrd="0" presId="urn:microsoft.com/office/officeart/2005/8/layout/hProcess11"/>
    <dgm:cxn modelId="{300B3C9A-A77F-4522-83B0-306196069ED3}" type="presParOf" srcId="{534B8E58-A270-4B33-BF97-E1EFDE1DD85C}" destId="{B04A2703-BCFA-490C-BDAA-36F397326068}" srcOrd="2" destOrd="0" presId="urn:microsoft.com/office/officeart/2005/8/layout/hProcess11"/>
    <dgm:cxn modelId="{87F0E742-DA8E-4886-BD5C-2643050985FD}" type="presParOf" srcId="{4A972978-E488-4912-BE97-D41FE72670CA}" destId="{C6601733-7E58-4E00-9776-75681B43DC99}" srcOrd="3" destOrd="0" presId="urn:microsoft.com/office/officeart/2005/8/layout/hProcess11"/>
    <dgm:cxn modelId="{72E83EDB-0708-4A46-BDF8-4F7C56F4E401}" type="presParOf" srcId="{4A972978-E488-4912-BE97-D41FE72670CA}" destId="{354398BA-8ACF-4BCF-9DB9-02A378F7C3FE}" srcOrd="4" destOrd="0" presId="urn:microsoft.com/office/officeart/2005/8/layout/hProcess11"/>
    <dgm:cxn modelId="{C1194C58-3461-4D93-9A43-C7C3D98F1E79}" type="presParOf" srcId="{354398BA-8ACF-4BCF-9DB9-02A378F7C3FE}" destId="{F88CFB0C-3C91-4A78-8DDB-5FC64FF69B9E}" srcOrd="0" destOrd="0" presId="urn:microsoft.com/office/officeart/2005/8/layout/hProcess11"/>
    <dgm:cxn modelId="{9AA8F5A1-DB2F-467E-9EB9-0F108F9C721D}" type="presParOf" srcId="{354398BA-8ACF-4BCF-9DB9-02A378F7C3FE}" destId="{708CCA5B-8A0A-4827-A811-2C1D04C263E0}" srcOrd="1" destOrd="0" presId="urn:microsoft.com/office/officeart/2005/8/layout/hProcess11"/>
    <dgm:cxn modelId="{DB6E85D8-9BB8-4AFE-BBF8-37416156A8BA}" type="presParOf" srcId="{354398BA-8ACF-4BCF-9DB9-02A378F7C3FE}" destId="{83EB16EF-5708-4F0F-8D2D-C23784486DAD}" srcOrd="2" destOrd="0" presId="urn:microsoft.com/office/officeart/2005/8/layout/hProcess11"/>
    <dgm:cxn modelId="{D96E4083-195C-4358-963A-0BD9804F8116}" type="presParOf" srcId="{4A972978-E488-4912-BE97-D41FE72670CA}" destId="{663E1F4E-6CF7-4F62-B3A4-C71C55D336C6}" srcOrd="5" destOrd="0" presId="urn:microsoft.com/office/officeart/2005/8/layout/hProcess11"/>
    <dgm:cxn modelId="{5E82E81E-FA17-42D6-9E51-AE0743187BBA}" type="presParOf" srcId="{4A972978-E488-4912-BE97-D41FE72670CA}" destId="{5D2843E0-1760-4FF3-98A6-1653D2BF2B83}" srcOrd="6" destOrd="0" presId="urn:microsoft.com/office/officeart/2005/8/layout/hProcess11"/>
    <dgm:cxn modelId="{EDB84A5F-DA99-487C-AF37-A2E5286D7627}" type="presParOf" srcId="{5D2843E0-1760-4FF3-98A6-1653D2BF2B83}" destId="{908C2B98-D54E-4EB0-9721-C25874D173A2}" srcOrd="0" destOrd="0" presId="urn:microsoft.com/office/officeart/2005/8/layout/hProcess11"/>
    <dgm:cxn modelId="{E8831996-A8AF-4EC8-8B2A-0452C5397491}" type="presParOf" srcId="{5D2843E0-1760-4FF3-98A6-1653D2BF2B83}" destId="{A8249647-F0D0-4BB0-BBA2-0FB2E813FFA6}" srcOrd="1" destOrd="0" presId="urn:microsoft.com/office/officeart/2005/8/layout/hProcess11"/>
    <dgm:cxn modelId="{53389A5C-F02A-4C25-A22E-9AFB5344AA9C}" type="presParOf" srcId="{5D2843E0-1760-4FF3-98A6-1653D2BF2B83}" destId="{2CD69C5F-C6AD-4340-BDB2-FC8786C21D24}" srcOrd="2" destOrd="0" presId="urn:microsoft.com/office/officeart/2005/8/layout/hProcess11"/>
    <dgm:cxn modelId="{8A60E10F-B493-4B02-8B8C-73604CF3B75B}" type="presParOf" srcId="{4A972978-E488-4912-BE97-D41FE72670CA}" destId="{66E5F6F4-B4B9-4BF0-B13C-0848E86AFD7A}" srcOrd="7" destOrd="0" presId="urn:microsoft.com/office/officeart/2005/8/layout/hProcess11"/>
    <dgm:cxn modelId="{102203CD-8DAF-404A-A799-89CE326199E7}" type="presParOf" srcId="{4A972978-E488-4912-BE97-D41FE72670CA}" destId="{A16ED0C4-CBC0-4196-8330-967B7327CCD2}" srcOrd="8" destOrd="0" presId="urn:microsoft.com/office/officeart/2005/8/layout/hProcess11"/>
    <dgm:cxn modelId="{B7B574B6-E340-44EA-B181-2DB41D28AD5A}" type="presParOf" srcId="{A16ED0C4-CBC0-4196-8330-967B7327CCD2}" destId="{A94F8852-6740-40BF-AEE2-D8DEA8E5EFEA}" srcOrd="0" destOrd="0" presId="urn:microsoft.com/office/officeart/2005/8/layout/hProcess11"/>
    <dgm:cxn modelId="{6FD754A2-7B1F-453D-B2C8-80BAFC90ABDA}" type="presParOf" srcId="{A16ED0C4-CBC0-4196-8330-967B7327CCD2}" destId="{4937BF08-943D-477B-BE16-C7E85BF17BFB}" srcOrd="1" destOrd="0" presId="urn:microsoft.com/office/officeart/2005/8/layout/hProcess11"/>
    <dgm:cxn modelId="{565BF83D-20A1-45AA-AB86-1E617D69F95E}" type="presParOf" srcId="{A16ED0C4-CBC0-4196-8330-967B7327CCD2}" destId="{4A1E50C1-CAC0-433B-ABF5-54C7671B9655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EF2BB1-1C53-444E-A6EB-14F6FE74DE76}">
      <dsp:nvSpPr>
        <dsp:cNvPr id="0" name=""/>
        <dsp:cNvSpPr/>
      </dsp:nvSpPr>
      <dsp:spPr>
        <a:xfrm>
          <a:off x="7500773" y="618942"/>
          <a:ext cx="2690897" cy="26913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E275E6-45D7-4EC8-87FF-3CCA8EFF9E29}">
      <dsp:nvSpPr>
        <dsp:cNvPr id="0" name=""/>
        <dsp:cNvSpPr/>
      </dsp:nvSpPr>
      <dsp:spPr>
        <a:xfrm>
          <a:off x="7590119" y="708671"/>
          <a:ext cx="2512205" cy="251193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Assessment divided into:</a:t>
          </a:r>
        </a:p>
      </dsp:txBody>
      <dsp:txXfrm>
        <a:off x="7949256" y="1067587"/>
        <a:ext cx="1793931" cy="1794106"/>
      </dsp:txXfrm>
    </dsp:sp>
    <dsp:sp modelId="{AA329EEB-8B08-4FC0-8154-76020A19B87D}">
      <dsp:nvSpPr>
        <dsp:cNvPr id="0" name=""/>
        <dsp:cNvSpPr/>
      </dsp:nvSpPr>
      <dsp:spPr>
        <a:xfrm>
          <a:off x="7590119" y="3359925"/>
          <a:ext cx="2512205" cy="14753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/>
            <a:t>Part A:</a:t>
          </a:r>
          <a:r>
            <a:rPr lang="en-US" sz="1300" kern="1200"/>
            <a:t> Final integrated portfolio website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/>
            <a:t>Part B:</a:t>
          </a:r>
          <a:r>
            <a:rPr lang="en-US" sz="1300" kern="1200"/>
            <a:t> Weekly reflective evidence</a:t>
          </a:r>
        </a:p>
      </dsp:txBody>
      <dsp:txXfrm>
        <a:off x="7590119" y="3359925"/>
        <a:ext cx="2512205" cy="1475332"/>
      </dsp:txXfrm>
    </dsp:sp>
    <dsp:sp modelId="{63DDBB68-B962-4DE5-8EBC-99C7382851B1}">
      <dsp:nvSpPr>
        <dsp:cNvPr id="0" name=""/>
        <dsp:cNvSpPr/>
      </dsp:nvSpPr>
      <dsp:spPr>
        <a:xfrm rot="2700000">
          <a:off x="4722893" y="622196"/>
          <a:ext cx="2684416" cy="268441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0B11C6-D3DC-4055-AF41-2A9FA7EFD8C2}">
      <dsp:nvSpPr>
        <dsp:cNvPr id="0" name=""/>
        <dsp:cNvSpPr/>
      </dsp:nvSpPr>
      <dsp:spPr>
        <a:xfrm>
          <a:off x="4808999" y="708671"/>
          <a:ext cx="2512205" cy="251193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Portfolio designed to evidence:</a:t>
          </a:r>
        </a:p>
      </dsp:txBody>
      <dsp:txXfrm>
        <a:off x="5168136" y="1067587"/>
        <a:ext cx="1793931" cy="1794106"/>
      </dsp:txXfrm>
    </dsp:sp>
    <dsp:sp modelId="{ED01E07A-EA29-4DE7-B9BE-61ECA2D06954}">
      <dsp:nvSpPr>
        <dsp:cNvPr id="0" name=""/>
        <dsp:cNvSpPr/>
      </dsp:nvSpPr>
      <dsp:spPr>
        <a:xfrm>
          <a:off x="4808999" y="3359925"/>
          <a:ext cx="2512205" cy="14753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Progressive technical skill development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Critical understanding of web design principles</a:t>
          </a:r>
        </a:p>
      </dsp:txBody>
      <dsp:txXfrm>
        <a:off x="4808999" y="3359925"/>
        <a:ext cx="2512205" cy="1475332"/>
      </dsp:txXfrm>
    </dsp:sp>
    <dsp:sp modelId="{A9513911-4AB7-479C-9182-B6AE085CBA86}">
      <dsp:nvSpPr>
        <dsp:cNvPr id="0" name=""/>
        <dsp:cNvSpPr/>
      </dsp:nvSpPr>
      <dsp:spPr>
        <a:xfrm rot="2700000">
          <a:off x="1941773" y="622196"/>
          <a:ext cx="2684416" cy="268441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74DF0-F872-428F-921F-81500B6EDC71}">
      <dsp:nvSpPr>
        <dsp:cNvPr id="0" name=""/>
        <dsp:cNvSpPr/>
      </dsp:nvSpPr>
      <dsp:spPr>
        <a:xfrm>
          <a:off x="2027879" y="708671"/>
          <a:ext cx="2512205" cy="251193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Core technologies applied:</a:t>
          </a:r>
        </a:p>
      </dsp:txBody>
      <dsp:txXfrm>
        <a:off x="2387016" y="1067587"/>
        <a:ext cx="1793931" cy="1794106"/>
      </dsp:txXfrm>
    </dsp:sp>
    <dsp:sp modelId="{23245488-98B7-41D1-A1F0-D330222F6695}">
      <dsp:nvSpPr>
        <dsp:cNvPr id="0" name=""/>
        <dsp:cNvSpPr/>
      </dsp:nvSpPr>
      <dsp:spPr>
        <a:xfrm>
          <a:off x="2027879" y="3359925"/>
          <a:ext cx="2512205" cy="14753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HTML (semantic structure)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CSS (layout and responsiveness)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JavaScript (interactivity and validation)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Multimedia and security awareness</a:t>
          </a:r>
        </a:p>
      </dsp:txBody>
      <dsp:txXfrm>
        <a:off x="2027879" y="3359925"/>
        <a:ext cx="2512205" cy="14753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611BC5-B84B-4F7B-A1A4-B5401FBE2FEC}">
      <dsp:nvSpPr>
        <dsp:cNvPr id="0" name=""/>
        <dsp:cNvSpPr/>
      </dsp:nvSpPr>
      <dsp:spPr>
        <a:xfrm>
          <a:off x="1686046" y="0"/>
          <a:ext cx="1914544" cy="1914835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CCADBD-6DA7-450C-B574-631100C418BF}">
      <dsp:nvSpPr>
        <dsp:cNvPr id="0" name=""/>
        <dsp:cNvSpPr/>
      </dsp:nvSpPr>
      <dsp:spPr>
        <a:xfrm>
          <a:off x="2109223" y="691313"/>
          <a:ext cx="1063875" cy="531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Static HTML</a:t>
          </a:r>
          <a:endParaRPr lang="en-US" sz="1600" kern="1200"/>
        </a:p>
      </dsp:txBody>
      <dsp:txXfrm>
        <a:off x="2109223" y="691313"/>
        <a:ext cx="1063875" cy="531810"/>
      </dsp:txXfrm>
    </dsp:sp>
    <dsp:sp modelId="{194C2338-72DA-49F0-AA96-B39CDAB2F0DC}">
      <dsp:nvSpPr>
        <dsp:cNvPr id="0" name=""/>
        <dsp:cNvSpPr/>
      </dsp:nvSpPr>
      <dsp:spPr>
        <a:xfrm>
          <a:off x="1154288" y="1100215"/>
          <a:ext cx="1914544" cy="1914835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D03C6-792F-464C-AB1A-63BF5A200B32}">
      <dsp:nvSpPr>
        <dsp:cNvPr id="0" name=""/>
        <dsp:cNvSpPr/>
      </dsp:nvSpPr>
      <dsp:spPr>
        <a:xfrm>
          <a:off x="1579623" y="1797893"/>
          <a:ext cx="1063875" cy="531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Dynamic</a:t>
          </a:r>
          <a:endParaRPr lang="en-US" sz="1600" kern="1200"/>
        </a:p>
      </dsp:txBody>
      <dsp:txXfrm>
        <a:off x="1579623" y="1797893"/>
        <a:ext cx="1063875" cy="531810"/>
      </dsp:txXfrm>
    </dsp:sp>
    <dsp:sp modelId="{4A13D24E-F99C-4C0D-B3D0-14729FBC650F}">
      <dsp:nvSpPr>
        <dsp:cNvPr id="0" name=""/>
        <dsp:cNvSpPr/>
      </dsp:nvSpPr>
      <dsp:spPr>
        <a:xfrm>
          <a:off x="1822311" y="2332090"/>
          <a:ext cx="1644890" cy="1645549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7A0CC2-DC21-4796-954D-708EAAC5DF6D}">
      <dsp:nvSpPr>
        <dsp:cNvPr id="0" name=""/>
        <dsp:cNvSpPr/>
      </dsp:nvSpPr>
      <dsp:spPr>
        <a:xfrm>
          <a:off x="2111740" y="2906063"/>
          <a:ext cx="1063875" cy="531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responsive systems</a:t>
          </a:r>
          <a:endParaRPr lang="en-US" sz="1600" kern="1200"/>
        </a:p>
      </dsp:txBody>
      <dsp:txXfrm>
        <a:off x="2111740" y="2906063"/>
        <a:ext cx="1063875" cy="5318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2D2AA0-F545-41F6-9CFE-B04358DB68B4}">
      <dsp:nvSpPr>
        <dsp:cNvPr id="0" name=""/>
        <dsp:cNvSpPr/>
      </dsp:nvSpPr>
      <dsp:spPr>
        <a:xfrm>
          <a:off x="0" y="1413512"/>
          <a:ext cx="10979585" cy="1884684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F918EA-5423-46DA-A6C1-360F6845CDCC}">
      <dsp:nvSpPr>
        <dsp:cNvPr id="0" name=""/>
        <dsp:cNvSpPr/>
      </dsp:nvSpPr>
      <dsp:spPr>
        <a:xfrm>
          <a:off x="4342" y="0"/>
          <a:ext cx="1898642" cy="1884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1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Portfolio successfully demonstrates: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baseline="0"/>
            <a:t>Technical competence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baseline="0"/>
            <a:t>Structured design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baseline="0"/>
            <a:t>Reflective understanding</a:t>
          </a:r>
          <a:endParaRPr lang="en-US" sz="1200" kern="1200"/>
        </a:p>
      </dsp:txBody>
      <dsp:txXfrm>
        <a:off x="4342" y="0"/>
        <a:ext cx="1898642" cy="1884684"/>
      </dsp:txXfrm>
    </dsp:sp>
    <dsp:sp modelId="{D445C5FB-D423-4A2B-BBA9-E4F4E32092A4}">
      <dsp:nvSpPr>
        <dsp:cNvPr id="0" name=""/>
        <dsp:cNvSpPr/>
      </dsp:nvSpPr>
      <dsp:spPr>
        <a:xfrm>
          <a:off x="718078" y="2120269"/>
          <a:ext cx="471171" cy="4711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4B96C-A081-4FDA-85DE-1FCCBACE6D10}">
      <dsp:nvSpPr>
        <dsp:cNvPr id="0" name=""/>
        <dsp:cNvSpPr/>
      </dsp:nvSpPr>
      <dsp:spPr>
        <a:xfrm>
          <a:off x="1997917" y="2827025"/>
          <a:ext cx="1898642" cy="1884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1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Key strengths: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baseline="0"/>
            <a:t>Semantic structure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baseline="0"/>
            <a:t>Modular organisation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baseline="0"/>
            <a:t>Effective interactivity</a:t>
          </a:r>
          <a:endParaRPr lang="en-US" sz="1200" kern="1200"/>
        </a:p>
      </dsp:txBody>
      <dsp:txXfrm>
        <a:off x="1997917" y="2827025"/>
        <a:ext cx="1898642" cy="1884684"/>
      </dsp:txXfrm>
    </dsp:sp>
    <dsp:sp modelId="{81BA9298-6524-41ED-BBF2-C53A42C1411C}">
      <dsp:nvSpPr>
        <dsp:cNvPr id="0" name=""/>
        <dsp:cNvSpPr/>
      </dsp:nvSpPr>
      <dsp:spPr>
        <a:xfrm>
          <a:off x="2711653" y="2120269"/>
          <a:ext cx="471171" cy="4711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CFB0C-3C91-4A78-8DDB-5FC64FF69B9E}">
      <dsp:nvSpPr>
        <dsp:cNvPr id="0" name=""/>
        <dsp:cNvSpPr/>
      </dsp:nvSpPr>
      <dsp:spPr>
        <a:xfrm>
          <a:off x="3991491" y="0"/>
          <a:ext cx="1898642" cy="1884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1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Identified limitations: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baseline="0"/>
            <a:t>Lack of backend integration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baseline="0"/>
            <a:t>Client-side-only validation</a:t>
          </a:r>
          <a:endParaRPr lang="en-US" sz="1200" kern="1200"/>
        </a:p>
      </dsp:txBody>
      <dsp:txXfrm>
        <a:off x="3991491" y="0"/>
        <a:ext cx="1898642" cy="1884684"/>
      </dsp:txXfrm>
    </dsp:sp>
    <dsp:sp modelId="{708CCA5B-8A0A-4827-A811-2C1D04C263E0}">
      <dsp:nvSpPr>
        <dsp:cNvPr id="0" name=""/>
        <dsp:cNvSpPr/>
      </dsp:nvSpPr>
      <dsp:spPr>
        <a:xfrm>
          <a:off x="4705227" y="2120269"/>
          <a:ext cx="471171" cy="4711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C2B98-D54E-4EB0-9721-C25874D173A2}">
      <dsp:nvSpPr>
        <dsp:cNvPr id="0" name=""/>
        <dsp:cNvSpPr/>
      </dsp:nvSpPr>
      <dsp:spPr>
        <a:xfrm>
          <a:off x="5985066" y="2827025"/>
          <a:ext cx="1898642" cy="1884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1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Future enhancements: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baseline="0"/>
            <a:t>Database connectivity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baseline="0"/>
            <a:t>Authentication systems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baseline="0"/>
            <a:t>Automated testing</a:t>
          </a:r>
          <a:endParaRPr lang="en-US" sz="1200" kern="1200"/>
        </a:p>
      </dsp:txBody>
      <dsp:txXfrm>
        <a:off x="5985066" y="2827025"/>
        <a:ext cx="1898642" cy="1884684"/>
      </dsp:txXfrm>
    </dsp:sp>
    <dsp:sp modelId="{A8249647-F0D0-4BB0-BBA2-0FB2E813FFA6}">
      <dsp:nvSpPr>
        <dsp:cNvPr id="0" name=""/>
        <dsp:cNvSpPr/>
      </dsp:nvSpPr>
      <dsp:spPr>
        <a:xfrm>
          <a:off x="6698802" y="2120269"/>
          <a:ext cx="471171" cy="4711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4F8852-6740-40BF-AEE2-D8DEA8E5EFEA}">
      <dsp:nvSpPr>
        <dsp:cNvPr id="0" name=""/>
        <dsp:cNvSpPr/>
      </dsp:nvSpPr>
      <dsp:spPr>
        <a:xfrm>
          <a:off x="7978641" y="0"/>
          <a:ext cx="1898642" cy="1884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Portfolio represents a strong foundation for further professional development</a:t>
          </a:r>
          <a:endParaRPr lang="en-US" sz="1600" kern="1200"/>
        </a:p>
      </dsp:txBody>
      <dsp:txXfrm>
        <a:off x="7978641" y="0"/>
        <a:ext cx="1898642" cy="1884684"/>
      </dsp:txXfrm>
    </dsp:sp>
    <dsp:sp modelId="{4937BF08-943D-477B-BE16-C7E85BF17BFB}">
      <dsp:nvSpPr>
        <dsp:cNvPr id="0" name=""/>
        <dsp:cNvSpPr/>
      </dsp:nvSpPr>
      <dsp:spPr>
        <a:xfrm>
          <a:off x="8692377" y="2120269"/>
          <a:ext cx="471171" cy="4711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A1C0-606A-4962-BB40-D18A57A642F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A843174-55B3-474F-9585-5610EED6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6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A1C0-606A-4962-BB40-D18A57A642F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3174-55B3-474F-9585-5610EED6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05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AC0A1C0-606A-4962-BB40-D18A57A642F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A843174-55B3-474F-9585-5610EED6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79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A1C0-606A-4962-BB40-D18A57A642F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3174-55B3-474F-9585-5610EED6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2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A1C0-606A-4962-BB40-D18A57A642F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3174-55B3-474F-9585-5610EED6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8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A1C0-606A-4962-BB40-D18A57A642F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3174-55B3-474F-9585-5610EED6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29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A1C0-606A-4962-BB40-D18A57A642F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3174-55B3-474F-9585-5610EED6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9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A1C0-606A-4962-BB40-D18A57A642F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3174-55B3-474F-9585-5610EED6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63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A1C0-606A-4962-BB40-D18A57A642F2}" type="datetimeFigureOut">
              <a:rPr lang="en-US" smtClean="0"/>
              <a:t>1/26/2026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3174-55B3-474F-9585-5610EED6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20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A1C0-606A-4962-BB40-D18A57A642F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3174-55B3-474F-9585-5610EED6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45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A1C0-606A-4962-BB40-D18A57A642F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3174-55B3-474F-9585-5610EED6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96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AC0A1C0-606A-4962-BB40-D18A57A642F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A843174-55B3-474F-9585-5610EED6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2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1D7A-CD48-C954-AD4A-4641F1F327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8000" dirty="0"/>
              <a:t>WEB TECHNOLOGIES PORTFOLIO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5AE62-A9C0-901C-D5FC-A6164FBDCE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38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7780-68E3-7EA7-8F0C-8CFA9F3EB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30C4F89-4526-EC36-25E5-1B7872474D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3685376"/>
              </p:ext>
            </p:extLst>
          </p:nvPr>
        </p:nvGraphicFramePr>
        <p:xfrm>
          <a:off x="383458" y="1799303"/>
          <a:ext cx="11577484" cy="4896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323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6DC2A-9692-9706-A903-085796606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Structure: Part A vs Part B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E437D-FC34-0818-BDCF-E5B0D80E5F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1445" y="2194560"/>
            <a:ext cx="5323283" cy="450120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Part A – Final Portfolio Website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Fully functional portfolio website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Central navigation linking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Six independently coded units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Technical implementation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Usability and responsiveness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Code </a:t>
            </a:r>
            <a:r>
              <a:rPr lang="en-US" dirty="0" err="1"/>
              <a:t>organisation</a:t>
            </a:r>
            <a:r>
              <a:rPr lang="en-US" dirty="0"/>
              <a:t> and maintainability</a:t>
            </a:r>
          </a:p>
          <a:p>
            <a:pPr>
              <a:buNone/>
            </a:pPr>
            <a:r>
              <a:rPr lang="en-US" b="1" dirty="0"/>
              <a:t>Part B – Weekly Evidence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Structured weekly PDF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Screenshots demonstrating functionality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Reflection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Tasks completed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Challenges encountered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Learning outcomes achieved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827FC8-B5DC-273C-2722-7CABB48727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42999" y="1710403"/>
            <a:ext cx="6247556" cy="470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06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60ED-B844-F414-D593-E660AA239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Learning Progression (Part B)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CFF43AA-F35B-7D6A-383B-17162E458D5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223819" y="1939535"/>
            <a:ext cx="532416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1: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HTML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 hierarchy and accessibility foundations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4: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server-side concepts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deployment using WAMP and PHP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6: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behaviour and form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Client-side interactivity using JavaScript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8: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Multimedia integration (video, audio, images)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Performance-aware content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10: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navigation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awareness and validation limitations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66B6C7-3844-33B2-F95D-6E0E5D8F3FB2}"/>
              </a:ext>
            </a:extLst>
          </p:cNvPr>
          <p:cNvSpPr/>
          <p:nvPr/>
        </p:nvSpPr>
        <p:spPr>
          <a:xfrm>
            <a:off x="206477" y="1666567"/>
            <a:ext cx="2403988" cy="228845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592FC7-D7C0-27A5-D287-413A882163B5}"/>
              </a:ext>
            </a:extLst>
          </p:cNvPr>
          <p:cNvSpPr/>
          <p:nvPr/>
        </p:nvSpPr>
        <p:spPr>
          <a:xfrm>
            <a:off x="2915265" y="1666568"/>
            <a:ext cx="2403988" cy="228845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8681DA-1635-E9E9-C555-938DEA44EF1D}"/>
              </a:ext>
            </a:extLst>
          </p:cNvPr>
          <p:cNvSpPr/>
          <p:nvPr/>
        </p:nvSpPr>
        <p:spPr>
          <a:xfrm>
            <a:off x="206477" y="4277032"/>
            <a:ext cx="2403988" cy="228845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63C43D-3739-7C7D-B946-DBC5B90D250A}"/>
              </a:ext>
            </a:extLst>
          </p:cNvPr>
          <p:cNvSpPr/>
          <p:nvPr/>
        </p:nvSpPr>
        <p:spPr>
          <a:xfrm>
            <a:off x="2915265" y="4277032"/>
            <a:ext cx="2403988" cy="2288458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240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16AED-45AC-C8E2-97B3-B9CF4AA42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hTML</a:t>
            </a:r>
            <a:r>
              <a:rPr lang="en-US" dirty="0"/>
              <a:t> and Semantic Foundations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6B4237F-1F26-9651-EEDB-B4F916C85F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778701"/>
            <a:ext cx="5205296" cy="459466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0568548-ED59-E911-B88D-75B695114AE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19432" y="2125190"/>
            <a:ext cx="520529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semantic HTML elements: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&lt;header&gt;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&lt;nav&gt;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&lt;section&gt;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&lt;article&gt;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&lt;footer&gt;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content hierarchy using headings and lists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Separation of structure from presentation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Accessibility-aware design supporting: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Screen readers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Maintainable codebases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principles applied consistently across: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 1 personal profile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portfolio pages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407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23690-4FA5-47DE-D75C-60F18978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and Responsive Design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1FA134-3333-2536-C486-5C8729D808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5019" y="2194559"/>
            <a:ext cx="5310956" cy="444221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E6787-A036-DDA2-39CD-E03B5EACB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4223" y="2194560"/>
            <a:ext cx="5242757" cy="4442214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Centralised</a:t>
            </a:r>
            <a:r>
              <a:rPr lang="en-US" dirty="0"/>
              <a:t> CSS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Consistent typography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Spacing and alignment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Visual hierarchy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Responsive layout techniques: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Flexible containers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Media 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Navigation adapts to different screen sizes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 </a:t>
            </a:r>
            <a:r>
              <a:rPr lang="en-US" dirty="0" err="1"/>
              <a:t>prioritises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Professional appearance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Reduced cognitive load over visual complexity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975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0A3EA-B39A-D01A-0FCD-6B1FD19B3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and Interactive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3859E-FA7D-B9C4-AC53-26ADF8E18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2955" y="1961535"/>
            <a:ext cx="5414822" cy="4748981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JavaScript used for functional enhancement: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Navigation interaction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Form validation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Dynamic content updates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Client-side validation provides: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Immediate user feedback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Improved usability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Dynamic </a:t>
            </a:r>
            <a:r>
              <a:rPr lang="en-US" dirty="0" err="1"/>
              <a:t>behaviour</a:t>
            </a:r>
            <a:r>
              <a:rPr lang="en-US" dirty="0"/>
              <a:t> implemented without page reloads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Explicit recognition of limitations: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Client-side validation alone is insufficient for security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Server-side controls required in real-world systems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567FF42-4888-1454-6A81-A48A732B06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5999" y="1845924"/>
            <a:ext cx="5571779" cy="452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80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585EB-502B-E692-8565-CF94BEA7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Multimedia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DC52E-F730-91F7-F9F9-52C133A247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961" y="2194560"/>
            <a:ext cx="5470767" cy="466344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Integration of HTML5 multimedia elements: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&lt;video&gt;</a:t>
            </a:r>
            <a:r>
              <a:rPr lang="en-US" dirty="0"/>
              <a:t> for local video playback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&lt;audio&gt;</a:t>
            </a:r>
            <a:r>
              <a:rPr lang="en-US" dirty="0"/>
              <a:t> for embedded sound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Image gallery for visual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Multimedia used selectively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Enhance engagement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Support portfolio presentation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Performance considerations: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Avoidance of excessive media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Awareness of load time and device constraints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9F94CB-83FA-F930-31F3-B7FF578668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288" y="2231915"/>
            <a:ext cx="4754562" cy="3902294"/>
          </a:xfrm>
        </p:spPr>
      </p:pic>
    </p:spTree>
    <p:extLst>
      <p:ext uri="{BB962C8B-B14F-4D97-AF65-F5344CB8AC3E}">
        <p14:creationId xmlns:p14="http://schemas.microsoft.com/office/powerpoint/2010/main" val="612039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5EB2D-0C47-C576-B691-316F3C01E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Testing, Reliability, and Debugging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51EEDD1-FC36-3855-AABF-8CA3D1FA84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9266" y="2093976"/>
            <a:ext cx="5408769" cy="442746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DD8B7-FBE6-8D93-F51E-AD328BD2A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4223" y="2194560"/>
            <a:ext cx="5198511" cy="4427466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Browser testing conducted across: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Multiple modern browsers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Responsiveness tested using: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Developer tools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Simulated mobile and tablet viewports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Form validation tested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Invalid inputs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Edge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Debugging methods: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Browser console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Incremental code refinement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Acknowledged limitations: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Manual testing only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automated or server-side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305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61BEA-2793-193C-C0A3-6178C5E1E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and Critical Reflection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76ABC26-4622-28E1-F97E-BC1515B1048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80947831"/>
              </p:ext>
            </p:extLst>
          </p:nvPr>
        </p:nvGraphicFramePr>
        <p:xfrm>
          <a:off x="6364224" y="2194560"/>
          <a:ext cx="4754880" cy="397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51D8861D-02F7-5F1B-CBC1-A759C38F36A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27703" y="1944161"/>
            <a:ext cx="539702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progression from: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HTML → dynamic → responsive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problem-solving through: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Debugging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Iterative refinement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awareness of: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Accessibility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Usability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limitations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Portfolio aligns with: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Professional web development practices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 expectations for reflective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453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60A5-37A1-D40F-8035-D0E4B3E82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Development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7C2857F-E70A-4CE9-B9BB-74FC7C2981E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60040008"/>
              </p:ext>
            </p:extLst>
          </p:nvPr>
        </p:nvGraphicFramePr>
        <p:xfrm>
          <a:off x="1069847" y="2013555"/>
          <a:ext cx="10979585" cy="4711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61303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28</TotalTime>
  <Words>542</Words>
  <Application>Microsoft Office PowerPoint</Application>
  <PresentationFormat>Widescreen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Unicode MS</vt:lpstr>
      <vt:lpstr>Courier New</vt:lpstr>
      <vt:lpstr>Rockwell</vt:lpstr>
      <vt:lpstr>Rockwell Condensed</vt:lpstr>
      <vt:lpstr>Wingdings</vt:lpstr>
      <vt:lpstr>Wood Type</vt:lpstr>
      <vt:lpstr>WEB TECHNOLOGIES PORTFOLIO PRESENTATION</vt:lpstr>
      <vt:lpstr>Introduction</vt:lpstr>
      <vt:lpstr>Assessment Structure: Part A vs Part B</vt:lpstr>
      <vt:lpstr>Weekly Learning Progression (Part B)</vt:lpstr>
      <vt:lpstr>hTML and Semantic Foundations </vt:lpstr>
      <vt:lpstr>CSS and Responsive Design</vt:lpstr>
      <vt:lpstr>JavaScript and Interactive Features</vt:lpstr>
      <vt:lpstr>Multimedia Integration</vt:lpstr>
      <vt:lpstr>Testing, Reliability, and Debugging</vt:lpstr>
      <vt:lpstr>Learning Outcomes and Critical Reflection</vt:lpstr>
      <vt:lpstr>Conclusion and Future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JAMES MUSYOKI</cp:lastModifiedBy>
  <cp:revision>1</cp:revision>
  <dcterms:created xsi:type="dcterms:W3CDTF">2026-01-26T06:52:54Z</dcterms:created>
  <dcterms:modified xsi:type="dcterms:W3CDTF">2026-01-26T07:21:44Z</dcterms:modified>
</cp:coreProperties>
</file>